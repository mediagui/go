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1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6124FD-8097-4CA8-96F2-77B7BF07A37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F5C26E2-BA62-469C-90F8-C46601D28C36}">
      <dgm:prSet/>
      <dgm:spPr/>
      <dgm:t>
        <a:bodyPr/>
        <a:lstStyle/>
        <a:p>
          <a:r>
            <a:rPr lang="en-US"/>
            <a:t>// Tipos de datos enteros.</a:t>
          </a:r>
        </a:p>
      </dgm:t>
    </dgm:pt>
    <dgm:pt modelId="{1962F07F-8047-471B-AFF7-A9897ED30691}" type="parTrans" cxnId="{804CE3D1-8211-467E-8E3F-73D1B4D483A3}">
      <dgm:prSet/>
      <dgm:spPr/>
      <dgm:t>
        <a:bodyPr/>
        <a:lstStyle/>
        <a:p>
          <a:endParaRPr lang="en-US"/>
        </a:p>
      </dgm:t>
    </dgm:pt>
    <dgm:pt modelId="{CD9E28C4-36BC-4C4C-8937-05DB7DA6F785}" type="sibTrans" cxnId="{804CE3D1-8211-467E-8E3F-73D1B4D483A3}">
      <dgm:prSet/>
      <dgm:spPr/>
      <dgm:t>
        <a:bodyPr/>
        <a:lstStyle/>
        <a:p>
          <a:endParaRPr lang="en-US"/>
        </a:p>
      </dgm:t>
    </dgm:pt>
    <dgm:pt modelId="{A7F486BC-95B4-4E67-B928-C7D51CED6060}">
      <dgm:prSet/>
      <dgm:spPr/>
      <dgm:t>
        <a:bodyPr/>
        <a:lstStyle/>
        <a:p>
          <a:r>
            <a:rPr lang="en-US"/>
            <a:t>Números enteros (int | integer)</a:t>
          </a:r>
        </a:p>
      </dgm:t>
    </dgm:pt>
    <dgm:pt modelId="{DAE875C8-F712-462A-B308-0AC46A53F00B}" type="parTrans" cxnId="{80550509-E153-4C41-8B9D-F6E1830DE561}">
      <dgm:prSet/>
      <dgm:spPr/>
      <dgm:t>
        <a:bodyPr/>
        <a:lstStyle/>
        <a:p>
          <a:endParaRPr lang="en-US"/>
        </a:p>
      </dgm:t>
    </dgm:pt>
    <dgm:pt modelId="{C9E290C6-01BB-4F49-889D-8F4911168724}" type="sibTrans" cxnId="{80550509-E153-4C41-8B9D-F6E1830DE561}">
      <dgm:prSet/>
      <dgm:spPr/>
      <dgm:t>
        <a:bodyPr/>
        <a:lstStyle/>
        <a:p>
          <a:endParaRPr lang="en-US"/>
        </a:p>
      </dgm:t>
    </dgm:pt>
    <dgm:pt modelId="{E8EE3FD0-E11F-4C54-8C3E-BB15F8D84C6D}">
      <dgm:prSet/>
      <dgm:spPr/>
      <dgm:t>
        <a:bodyPr/>
        <a:lstStyle/>
        <a:p>
          <a:r>
            <a:rPr lang="en-US"/>
            <a:t>uint8:	8-bits(0 a 255)</a:t>
          </a:r>
        </a:p>
      </dgm:t>
    </dgm:pt>
    <dgm:pt modelId="{B7A0DDA3-6C4E-42B3-95ED-9D83C7DF7C1C}" type="parTrans" cxnId="{FB80CF0F-6DBA-4C56-A61D-F03AA153F8F1}">
      <dgm:prSet/>
      <dgm:spPr/>
      <dgm:t>
        <a:bodyPr/>
        <a:lstStyle/>
        <a:p>
          <a:endParaRPr lang="en-US"/>
        </a:p>
      </dgm:t>
    </dgm:pt>
    <dgm:pt modelId="{DB90F689-FA36-4548-ABDA-0E8716859462}" type="sibTrans" cxnId="{FB80CF0F-6DBA-4C56-A61D-F03AA153F8F1}">
      <dgm:prSet/>
      <dgm:spPr/>
      <dgm:t>
        <a:bodyPr/>
        <a:lstStyle/>
        <a:p>
          <a:endParaRPr lang="en-US"/>
        </a:p>
      </dgm:t>
    </dgm:pt>
    <dgm:pt modelId="{6811F4CD-0FE6-436E-B5B1-062BDE9A66B3}">
      <dgm:prSet/>
      <dgm:spPr/>
      <dgm:t>
        <a:bodyPr/>
        <a:lstStyle/>
        <a:p>
          <a:r>
            <a:rPr lang="en-US"/>
            <a:t>uint16:	16-bits(0 a 65535)</a:t>
          </a:r>
        </a:p>
      </dgm:t>
    </dgm:pt>
    <dgm:pt modelId="{7D667FD4-7BAA-45E8-99AF-D56C81B25590}" type="parTrans" cxnId="{77CA9F05-B10F-46D7-BE46-D36149C461B9}">
      <dgm:prSet/>
      <dgm:spPr/>
      <dgm:t>
        <a:bodyPr/>
        <a:lstStyle/>
        <a:p>
          <a:endParaRPr lang="en-US"/>
        </a:p>
      </dgm:t>
    </dgm:pt>
    <dgm:pt modelId="{ED83A33A-5E6C-432A-915C-B9C51148EE7C}" type="sibTrans" cxnId="{77CA9F05-B10F-46D7-BE46-D36149C461B9}">
      <dgm:prSet/>
      <dgm:spPr/>
      <dgm:t>
        <a:bodyPr/>
        <a:lstStyle/>
        <a:p>
          <a:endParaRPr lang="en-US"/>
        </a:p>
      </dgm:t>
    </dgm:pt>
    <dgm:pt modelId="{1E20E08C-9AB0-482C-A2D1-01AF9C136E8A}">
      <dgm:prSet/>
      <dgm:spPr/>
      <dgm:t>
        <a:bodyPr/>
        <a:lstStyle/>
        <a:p>
          <a:r>
            <a:rPr lang="en-US"/>
            <a:t>uint32:	32-bits(0 a 4294967295)</a:t>
          </a:r>
        </a:p>
      </dgm:t>
    </dgm:pt>
    <dgm:pt modelId="{3D934CB1-2865-4A82-AF56-1ECD1EAE611D}" type="parTrans" cxnId="{56735AEA-A2EF-427D-879F-77F004791F88}">
      <dgm:prSet/>
      <dgm:spPr/>
      <dgm:t>
        <a:bodyPr/>
        <a:lstStyle/>
        <a:p>
          <a:endParaRPr lang="en-US"/>
        </a:p>
      </dgm:t>
    </dgm:pt>
    <dgm:pt modelId="{35291A9A-0A75-4B35-9F07-1AEB9272A777}" type="sibTrans" cxnId="{56735AEA-A2EF-427D-879F-77F004791F88}">
      <dgm:prSet/>
      <dgm:spPr/>
      <dgm:t>
        <a:bodyPr/>
        <a:lstStyle/>
        <a:p>
          <a:endParaRPr lang="en-US"/>
        </a:p>
      </dgm:t>
    </dgm:pt>
    <dgm:pt modelId="{C4B39C5C-FF11-40E2-8533-B540381A893C}">
      <dgm:prSet/>
      <dgm:spPr/>
      <dgm:t>
        <a:bodyPr/>
        <a:lstStyle/>
        <a:p>
          <a:r>
            <a:rPr lang="en-US"/>
            <a:t>uint64:	64-bits(0 a 18446744073709551615)</a:t>
          </a:r>
        </a:p>
      </dgm:t>
    </dgm:pt>
    <dgm:pt modelId="{FF635C52-1BAD-47C4-8802-947ABE7CFCFF}" type="parTrans" cxnId="{6EA204BB-10F5-4379-AAD6-2F692C7B646F}">
      <dgm:prSet/>
      <dgm:spPr/>
      <dgm:t>
        <a:bodyPr/>
        <a:lstStyle/>
        <a:p>
          <a:endParaRPr lang="en-US"/>
        </a:p>
      </dgm:t>
    </dgm:pt>
    <dgm:pt modelId="{FF7752B3-4756-4DE8-94CC-87F898AC73FE}" type="sibTrans" cxnId="{6EA204BB-10F5-4379-AAD6-2F692C7B646F}">
      <dgm:prSet/>
      <dgm:spPr/>
      <dgm:t>
        <a:bodyPr/>
        <a:lstStyle/>
        <a:p>
          <a:endParaRPr lang="en-US"/>
        </a:p>
      </dgm:t>
    </dgm:pt>
    <dgm:pt modelId="{33A387D2-87D0-4683-96E2-651AD48F8A29}">
      <dgm:prSet/>
      <dgm:spPr/>
      <dgm:t>
        <a:bodyPr/>
        <a:lstStyle/>
        <a:p>
          <a:r>
            <a:rPr lang="en-US" dirty="0"/>
            <a:t>int8:	8-bits (-128 a 127)</a:t>
          </a:r>
        </a:p>
      </dgm:t>
    </dgm:pt>
    <dgm:pt modelId="{A90D8366-74F3-4D02-980C-EC4C550D1161}" type="parTrans" cxnId="{9D708375-63B4-45E2-AE0C-A3254414A2DF}">
      <dgm:prSet/>
      <dgm:spPr/>
      <dgm:t>
        <a:bodyPr/>
        <a:lstStyle/>
        <a:p>
          <a:endParaRPr lang="en-US"/>
        </a:p>
      </dgm:t>
    </dgm:pt>
    <dgm:pt modelId="{E380A6F4-8E2B-409C-9C88-5399E2E55EE6}" type="sibTrans" cxnId="{9D708375-63B4-45E2-AE0C-A3254414A2DF}">
      <dgm:prSet/>
      <dgm:spPr/>
      <dgm:t>
        <a:bodyPr/>
        <a:lstStyle/>
        <a:p>
          <a:endParaRPr lang="en-US"/>
        </a:p>
      </dgm:t>
    </dgm:pt>
    <dgm:pt modelId="{DD14C1E4-C1EF-40AA-B2A4-EB831819218F}">
      <dgm:prSet/>
      <dgm:spPr/>
      <dgm:t>
        <a:bodyPr/>
        <a:lstStyle/>
        <a:p>
          <a:r>
            <a:rPr lang="en-US"/>
            <a:t>int16:	16-bits (-32768 a 32767)</a:t>
          </a:r>
        </a:p>
      </dgm:t>
    </dgm:pt>
    <dgm:pt modelId="{BB1B339D-E8E0-46CA-9F27-9837BAC3C3A8}" type="parTrans" cxnId="{AAB5C84B-93C8-4AC7-A1DD-30A87E94F436}">
      <dgm:prSet/>
      <dgm:spPr/>
      <dgm:t>
        <a:bodyPr/>
        <a:lstStyle/>
        <a:p>
          <a:endParaRPr lang="en-US"/>
        </a:p>
      </dgm:t>
    </dgm:pt>
    <dgm:pt modelId="{7B1C6785-E97B-4295-BD80-625A34EA0C96}" type="sibTrans" cxnId="{AAB5C84B-93C8-4AC7-A1DD-30A87E94F436}">
      <dgm:prSet/>
      <dgm:spPr/>
      <dgm:t>
        <a:bodyPr/>
        <a:lstStyle/>
        <a:p>
          <a:endParaRPr lang="en-US"/>
        </a:p>
      </dgm:t>
    </dgm:pt>
    <dgm:pt modelId="{5B09A9FF-AF22-4FC2-95B1-218B1C36B59E}">
      <dgm:prSet/>
      <dgm:spPr/>
      <dgm:t>
        <a:bodyPr/>
        <a:lstStyle/>
        <a:p>
          <a:r>
            <a:rPr lang="en-US"/>
            <a:t>int32:	32-bits (-2147483648 a 2147483647)</a:t>
          </a:r>
        </a:p>
      </dgm:t>
    </dgm:pt>
    <dgm:pt modelId="{B6556983-6DA9-4480-9B68-35722E7F56AC}" type="parTrans" cxnId="{6E6A614E-62F6-4B41-86B2-5FE27C1187E4}">
      <dgm:prSet/>
      <dgm:spPr/>
      <dgm:t>
        <a:bodyPr/>
        <a:lstStyle/>
        <a:p>
          <a:endParaRPr lang="en-US"/>
        </a:p>
      </dgm:t>
    </dgm:pt>
    <dgm:pt modelId="{E92EE445-0820-4BDC-899C-C10B473222DE}" type="sibTrans" cxnId="{6E6A614E-62F6-4B41-86B2-5FE27C1187E4}">
      <dgm:prSet/>
      <dgm:spPr/>
      <dgm:t>
        <a:bodyPr/>
        <a:lstStyle/>
        <a:p>
          <a:endParaRPr lang="en-US"/>
        </a:p>
      </dgm:t>
    </dgm:pt>
    <dgm:pt modelId="{77330479-293D-47CE-A034-3728F0076724}">
      <dgm:prSet/>
      <dgm:spPr/>
      <dgm:t>
        <a:bodyPr/>
        <a:lstStyle/>
        <a:p>
          <a:r>
            <a:rPr lang="en-US"/>
            <a:t>int64:	64-bits (-9223372036854775808 a 9223372036854775807)</a:t>
          </a:r>
        </a:p>
      </dgm:t>
    </dgm:pt>
    <dgm:pt modelId="{63738979-A7D0-4065-B39B-FF7D7ABA1D6A}" type="parTrans" cxnId="{B74C4197-8798-4435-BEBE-8AA0AC8CFC65}">
      <dgm:prSet/>
      <dgm:spPr/>
      <dgm:t>
        <a:bodyPr/>
        <a:lstStyle/>
        <a:p>
          <a:endParaRPr lang="en-US"/>
        </a:p>
      </dgm:t>
    </dgm:pt>
    <dgm:pt modelId="{9A6ABB4A-A12A-4ED0-B172-BCD593C2D785}" type="sibTrans" cxnId="{B74C4197-8798-4435-BEBE-8AA0AC8CFC65}">
      <dgm:prSet/>
      <dgm:spPr/>
      <dgm:t>
        <a:bodyPr/>
        <a:lstStyle/>
        <a:p>
          <a:endParaRPr lang="en-US"/>
        </a:p>
      </dgm:t>
    </dgm:pt>
    <dgm:pt modelId="{FD59E594-9AD5-461D-8591-A1C4AE2B8439}" type="pres">
      <dgm:prSet presAssocID="{206124FD-8097-4CA8-96F2-77B7BF07A37E}" presName="vert0" presStyleCnt="0">
        <dgm:presLayoutVars>
          <dgm:dir/>
          <dgm:animOne val="branch"/>
          <dgm:animLvl val="lvl"/>
        </dgm:presLayoutVars>
      </dgm:prSet>
      <dgm:spPr/>
    </dgm:pt>
    <dgm:pt modelId="{E1E1ACFA-8C79-4706-9F3F-99ED591903E5}" type="pres">
      <dgm:prSet presAssocID="{1F5C26E2-BA62-469C-90F8-C46601D28C36}" presName="thickLine" presStyleLbl="alignNode1" presStyleIdx="0" presStyleCnt="1"/>
      <dgm:spPr/>
    </dgm:pt>
    <dgm:pt modelId="{B8C3C766-AD44-4183-B86D-C73BE1FBA2B6}" type="pres">
      <dgm:prSet presAssocID="{1F5C26E2-BA62-469C-90F8-C46601D28C36}" presName="horz1" presStyleCnt="0"/>
      <dgm:spPr/>
    </dgm:pt>
    <dgm:pt modelId="{86125638-7F38-4E7E-8007-04397238600A}" type="pres">
      <dgm:prSet presAssocID="{1F5C26E2-BA62-469C-90F8-C46601D28C36}" presName="tx1" presStyleLbl="revTx" presStyleIdx="0" presStyleCnt="10"/>
      <dgm:spPr/>
    </dgm:pt>
    <dgm:pt modelId="{07F1DAD3-920D-4120-ADB2-43569078BE7F}" type="pres">
      <dgm:prSet presAssocID="{1F5C26E2-BA62-469C-90F8-C46601D28C36}" presName="vert1" presStyleCnt="0"/>
      <dgm:spPr/>
    </dgm:pt>
    <dgm:pt modelId="{50DA5E05-5948-47B1-823B-2F286815E70F}" type="pres">
      <dgm:prSet presAssocID="{A7F486BC-95B4-4E67-B928-C7D51CED6060}" presName="vertSpace2a" presStyleCnt="0"/>
      <dgm:spPr/>
    </dgm:pt>
    <dgm:pt modelId="{D8629D43-01A6-43C2-8450-028D15AEFF41}" type="pres">
      <dgm:prSet presAssocID="{A7F486BC-95B4-4E67-B928-C7D51CED6060}" presName="horz2" presStyleCnt="0"/>
      <dgm:spPr/>
    </dgm:pt>
    <dgm:pt modelId="{CA6050BF-F4F5-4D2D-9FAF-1088D7393CAB}" type="pres">
      <dgm:prSet presAssocID="{A7F486BC-95B4-4E67-B928-C7D51CED6060}" presName="horzSpace2" presStyleCnt="0"/>
      <dgm:spPr/>
    </dgm:pt>
    <dgm:pt modelId="{7A7BF07F-203E-42F7-A5D0-429B6E4AF610}" type="pres">
      <dgm:prSet presAssocID="{A7F486BC-95B4-4E67-B928-C7D51CED6060}" presName="tx2" presStyleLbl="revTx" presStyleIdx="1" presStyleCnt="10"/>
      <dgm:spPr/>
    </dgm:pt>
    <dgm:pt modelId="{7921693D-26F6-46B5-9E13-56720A6211A0}" type="pres">
      <dgm:prSet presAssocID="{A7F486BC-95B4-4E67-B928-C7D51CED6060}" presName="vert2" presStyleCnt="0"/>
      <dgm:spPr/>
    </dgm:pt>
    <dgm:pt modelId="{B6BCE85D-B186-4823-892B-6EF1B39D0ABA}" type="pres">
      <dgm:prSet presAssocID="{A7F486BC-95B4-4E67-B928-C7D51CED6060}" presName="thinLine2b" presStyleLbl="callout" presStyleIdx="0" presStyleCnt="9"/>
      <dgm:spPr/>
    </dgm:pt>
    <dgm:pt modelId="{DB27FAD1-C878-47BE-9595-524D5C10A4FC}" type="pres">
      <dgm:prSet presAssocID="{A7F486BC-95B4-4E67-B928-C7D51CED6060}" presName="vertSpace2b" presStyleCnt="0"/>
      <dgm:spPr/>
    </dgm:pt>
    <dgm:pt modelId="{EA69C4A8-3305-4380-99AF-DD1E86C381AC}" type="pres">
      <dgm:prSet presAssocID="{E8EE3FD0-E11F-4C54-8C3E-BB15F8D84C6D}" presName="horz2" presStyleCnt="0"/>
      <dgm:spPr/>
    </dgm:pt>
    <dgm:pt modelId="{41A49F1F-02DA-46A3-B586-23F47710C43D}" type="pres">
      <dgm:prSet presAssocID="{E8EE3FD0-E11F-4C54-8C3E-BB15F8D84C6D}" presName="horzSpace2" presStyleCnt="0"/>
      <dgm:spPr/>
    </dgm:pt>
    <dgm:pt modelId="{3831D04A-23C3-44DF-8F8B-CBA3DA4B3B25}" type="pres">
      <dgm:prSet presAssocID="{E8EE3FD0-E11F-4C54-8C3E-BB15F8D84C6D}" presName="tx2" presStyleLbl="revTx" presStyleIdx="2" presStyleCnt="10"/>
      <dgm:spPr/>
    </dgm:pt>
    <dgm:pt modelId="{852F5318-7DE5-4A0D-882F-BEAF5A2B40F1}" type="pres">
      <dgm:prSet presAssocID="{E8EE3FD0-E11F-4C54-8C3E-BB15F8D84C6D}" presName="vert2" presStyleCnt="0"/>
      <dgm:spPr/>
    </dgm:pt>
    <dgm:pt modelId="{00B45869-1C46-44EA-8384-DF6C1988CD72}" type="pres">
      <dgm:prSet presAssocID="{E8EE3FD0-E11F-4C54-8C3E-BB15F8D84C6D}" presName="thinLine2b" presStyleLbl="callout" presStyleIdx="1" presStyleCnt="9"/>
      <dgm:spPr/>
    </dgm:pt>
    <dgm:pt modelId="{715DE0E1-562B-400B-8853-E47EB9F01DF1}" type="pres">
      <dgm:prSet presAssocID="{E8EE3FD0-E11F-4C54-8C3E-BB15F8D84C6D}" presName="vertSpace2b" presStyleCnt="0"/>
      <dgm:spPr/>
    </dgm:pt>
    <dgm:pt modelId="{4BBDA0EF-5E55-40BE-943E-5B64E86EF904}" type="pres">
      <dgm:prSet presAssocID="{6811F4CD-0FE6-436E-B5B1-062BDE9A66B3}" presName="horz2" presStyleCnt="0"/>
      <dgm:spPr/>
    </dgm:pt>
    <dgm:pt modelId="{9AC15FAE-87C9-4513-AB07-E360DFAC5760}" type="pres">
      <dgm:prSet presAssocID="{6811F4CD-0FE6-436E-B5B1-062BDE9A66B3}" presName="horzSpace2" presStyleCnt="0"/>
      <dgm:spPr/>
    </dgm:pt>
    <dgm:pt modelId="{7E229A56-6618-4033-850D-2E65A15C391D}" type="pres">
      <dgm:prSet presAssocID="{6811F4CD-0FE6-436E-B5B1-062BDE9A66B3}" presName="tx2" presStyleLbl="revTx" presStyleIdx="3" presStyleCnt="10"/>
      <dgm:spPr/>
    </dgm:pt>
    <dgm:pt modelId="{5C5F1103-BBE3-49E0-8097-B9A8AAAAA084}" type="pres">
      <dgm:prSet presAssocID="{6811F4CD-0FE6-436E-B5B1-062BDE9A66B3}" presName="vert2" presStyleCnt="0"/>
      <dgm:spPr/>
    </dgm:pt>
    <dgm:pt modelId="{6D63B962-0ED2-4D27-98F3-76FECCCBEC00}" type="pres">
      <dgm:prSet presAssocID="{6811F4CD-0FE6-436E-B5B1-062BDE9A66B3}" presName="thinLine2b" presStyleLbl="callout" presStyleIdx="2" presStyleCnt="9"/>
      <dgm:spPr/>
    </dgm:pt>
    <dgm:pt modelId="{62DEA25E-40F7-47BC-B41F-A1F5AB77774B}" type="pres">
      <dgm:prSet presAssocID="{6811F4CD-0FE6-436E-B5B1-062BDE9A66B3}" presName="vertSpace2b" presStyleCnt="0"/>
      <dgm:spPr/>
    </dgm:pt>
    <dgm:pt modelId="{FFAF307F-5C4E-4AA5-8DE4-722922659B2C}" type="pres">
      <dgm:prSet presAssocID="{1E20E08C-9AB0-482C-A2D1-01AF9C136E8A}" presName="horz2" presStyleCnt="0"/>
      <dgm:spPr/>
    </dgm:pt>
    <dgm:pt modelId="{5BF1F245-104B-4021-B655-FA7FAD2D86A1}" type="pres">
      <dgm:prSet presAssocID="{1E20E08C-9AB0-482C-A2D1-01AF9C136E8A}" presName="horzSpace2" presStyleCnt="0"/>
      <dgm:spPr/>
    </dgm:pt>
    <dgm:pt modelId="{26997364-1B7F-4B09-940D-8BD418AF2588}" type="pres">
      <dgm:prSet presAssocID="{1E20E08C-9AB0-482C-A2D1-01AF9C136E8A}" presName="tx2" presStyleLbl="revTx" presStyleIdx="4" presStyleCnt="10"/>
      <dgm:spPr/>
    </dgm:pt>
    <dgm:pt modelId="{BF764AEA-150F-4DF5-9290-CFFF9E125B6C}" type="pres">
      <dgm:prSet presAssocID="{1E20E08C-9AB0-482C-A2D1-01AF9C136E8A}" presName="vert2" presStyleCnt="0"/>
      <dgm:spPr/>
    </dgm:pt>
    <dgm:pt modelId="{DFF02141-51AD-4F0A-A0FA-33FCD67E0BE8}" type="pres">
      <dgm:prSet presAssocID="{1E20E08C-9AB0-482C-A2D1-01AF9C136E8A}" presName="thinLine2b" presStyleLbl="callout" presStyleIdx="3" presStyleCnt="9"/>
      <dgm:spPr/>
    </dgm:pt>
    <dgm:pt modelId="{33956F12-D409-4828-B398-F77D6011C335}" type="pres">
      <dgm:prSet presAssocID="{1E20E08C-9AB0-482C-A2D1-01AF9C136E8A}" presName="vertSpace2b" presStyleCnt="0"/>
      <dgm:spPr/>
    </dgm:pt>
    <dgm:pt modelId="{9E7F5C3D-1AC8-4C54-BF6F-0E2662F72B08}" type="pres">
      <dgm:prSet presAssocID="{C4B39C5C-FF11-40E2-8533-B540381A893C}" presName="horz2" presStyleCnt="0"/>
      <dgm:spPr/>
    </dgm:pt>
    <dgm:pt modelId="{4ECB2A02-9A71-4FF8-9D11-A4DDC2240CF4}" type="pres">
      <dgm:prSet presAssocID="{C4B39C5C-FF11-40E2-8533-B540381A893C}" presName="horzSpace2" presStyleCnt="0"/>
      <dgm:spPr/>
    </dgm:pt>
    <dgm:pt modelId="{D5005C00-48D2-4CA2-8A18-6E728555C8ED}" type="pres">
      <dgm:prSet presAssocID="{C4B39C5C-FF11-40E2-8533-B540381A893C}" presName="tx2" presStyleLbl="revTx" presStyleIdx="5" presStyleCnt="10"/>
      <dgm:spPr/>
    </dgm:pt>
    <dgm:pt modelId="{E509AE02-C61D-44BC-96E6-71EF94D33D11}" type="pres">
      <dgm:prSet presAssocID="{C4B39C5C-FF11-40E2-8533-B540381A893C}" presName="vert2" presStyleCnt="0"/>
      <dgm:spPr/>
    </dgm:pt>
    <dgm:pt modelId="{175FA6D4-273C-4464-AA4C-1C5759B54700}" type="pres">
      <dgm:prSet presAssocID="{C4B39C5C-FF11-40E2-8533-B540381A893C}" presName="thinLine2b" presStyleLbl="callout" presStyleIdx="4" presStyleCnt="9"/>
      <dgm:spPr/>
    </dgm:pt>
    <dgm:pt modelId="{AF63D6EE-F4AA-4089-B5BB-DBB7D351FBD5}" type="pres">
      <dgm:prSet presAssocID="{C4B39C5C-FF11-40E2-8533-B540381A893C}" presName="vertSpace2b" presStyleCnt="0"/>
      <dgm:spPr/>
    </dgm:pt>
    <dgm:pt modelId="{11B8D782-C07F-44FA-9E15-82B073A56724}" type="pres">
      <dgm:prSet presAssocID="{33A387D2-87D0-4683-96E2-651AD48F8A29}" presName="horz2" presStyleCnt="0"/>
      <dgm:spPr/>
    </dgm:pt>
    <dgm:pt modelId="{EB07402D-930B-4E00-9BB8-3E2301B70644}" type="pres">
      <dgm:prSet presAssocID="{33A387D2-87D0-4683-96E2-651AD48F8A29}" presName="horzSpace2" presStyleCnt="0"/>
      <dgm:spPr/>
    </dgm:pt>
    <dgm:pt modelId="{2A876525-F563-4B0B-87BE-1942E27C2963}" type="pres">
      <dgm:prSet presAssocID="{33A387D2-87D0-4683-96E2-651AD48F8A29}" presName="tx2" presStyleLbl="revTx" presStyleIdx="6" presStyleCnt="10"/>
      <dgm:spPr/>
    </dgm:pt>
    <dgm:pt modelId="{60E30EB1-E788-49ED-B51F-192242F8AD29}" type="pres">
      <dgm:prSet presAssocID="{33A387D2-87D0-4683-96E2-651AD48F8A29}" presName="vert2" presStyleCnt="0"/>
      <dgm:spPr/>
    </dgm:pt>
    <dgm:pt modelId="{E907327B-D14A-4E6A-9C76-4F505F5E3AFD}" type="pres">
      <dgm:prSet presAssocID="{33A387D2-87D0-4683-96E2-651AD48F8A29}" presName="thinLine2b" presStyleLbl="callout" presStyleIdx="5" presStyleCnt="9"/>
      <dgm:spPr/>
    </dgm:pt>
    <dgm:pt modelId="{A5A2260A-F24F-46BE-A364-2CEA2F161355}" type="pres">
      <dgm:prSet presAssocID="{33A387D2-87D0-4683-96E2-651AD48F8A29}" presName="vertSpace2b" presStyleCnt="0"/>
      <dgm:spPr/>
    </dgm:pt>
    <dgm:pt modelId="{C8A31DB0-1B6F-4EDA-8064-7E1FA1BEC8C7}" type="pres">
      <dgm:prSet presAssocID="{DD14C1E4-C1EF-40AA-B2A4-EB831819218F}" presName="horz2" presStyleCnt="0"/>
      <dgm:spPr/>
    </dgm:pt>
    <dgm:pt modelId="{E04F4649-53C5-4D1B-881F-FECE99DB3C80}" type="pres">
      <dgm:prSet presAssocID="{DD14C1E4-C1EF-40AA-B2A4-EB831819218F}" presName="horzSpace2" presStyleCnt="0"/>
      <dgm:spPr/>
    </dgm:pt>
    <dgm:pt modelId="{68F4BE8B-F669-4097-971F-4B5FD2EB2CFE}" type="pres">
      <dgm:prSet presAssocID="{DD14C1E4-C1EF-40AA-B2A4-EB831819218F}" presName="tx2" presStyleLbl="revTx" presStyleIdx="7" presStyleCnt="10"/>
      <dgm:spPr/>
    </dgm:pt>
    <dgm:pt modelId="{87D29D90-9BBA-4333-B179-186F80694E24}" type="pres">
      <dgm:prSet presAssocID="{DD14C1E4-C1EF-40AA-B2A4-EB831819218F}" presName="vert2" presStyleCnt="0"/>
      <dgm:spPr/>
    </dgm:pt>
    <dgm:pt modelId="{732EDD52-3E8A-47BF-9D22-BC67D4C084FC}" type="pres">
      <dgm:prSet presAssocID="{DD14C1E4-C1EF-40AA-B2A4-EB831819218F}" presName="thinLine2b" presStyleLbl="callout" presStyleIdx="6" presStyleCnt="9"/>
      <dgm:spPr/>
    </dgm:pt>
    <dgm:pt modelId="{9B98F2E2-EBDC-4CC5-8795-C439BB884722}" type="pres">
      <dgm:prSet presAssocID="{DD14C1E4-C1EF-40AA-B2A4-EB831819218F}" presName="vertSpace2b" presStyleCnt="0"/>
      <dgm:spPr/>
    </dgm:pt>
    <dgm:pt modelId="{875B7899-0B6C-47AD-8084-82C63FCE0B44}" type="pres">
      <dgm:prSet presAssocID="{5B09A9FF-AF22-4FC2-95B1-218B1C36B59E}" presName="horz2" presStyleCnt="0"/>
      <dgm:spPr/>
    </dgm:pt>
    <dgm:pt modelId="{0CA1722F-3F88-4DC0-AB34-2F8202BEE6CD}" type="pres">
      <dgm:prSet presAssocID="{5B09A9FF-AF22-4FC2-95B1-218B1C36B59E}" presName="horzSpace2" presStyleCnt="0"/>
      <dgm:spPr/>
    </dgm:pt>
    <dgm:pt modelId="{0E8D8C14-0A69-41C8-B096-FBEB0EFDBAFB}" type="pres">
      <dgm:prSet presAssocID="{5B09A9FF-AF22-4FC2-95B1-218B1C36B59E}" presName="tx2" presStyleLbl="revTx" presStyleIdx="8" presStyleCnt="10"/>
      <dgm:spPr/>
    </dgm:pt>
    <dgm:pt modelId="{E00D0F5F-5574-444B-AA6D-DCB6EED71802}" type="pres">
      <dgm:prSet presAssocID="{5B09A9FF-AF22-4FC2-95B1-218B1C36B59E}" presName="vert2" presStyleCnt="0"/>
      <dgm:spPr/>
    </dgm:pt>
    <dgm:pt modelId="{9DE830F6-E166-4E6A-8894-7768ACCAF7C6}" type="pres">
      <dgm:prSet presAssocID="{5B09A9FF-AF22-4FC2-95B1-218B1C36B59E}" presName="thinLine2b" presStyleLbl="callout" presStyleIdx="7" presStyleCnt="9"/>
      <dgm:spPr/>
    </dgm:pt>
    <dgm:pt modelId="{0AB8C44A-F4BA-4F42-8C4F-ED1833D524EF}" type="pres">
      <dgm:prSet presAssocID="{5B09A9FF-AF22-4FC2-95B1-218B1C36B59E}" presName="vertSpace2b" presStyleCnt="0"/>
      <dgm:spPr/>
    </dgm:pt>
    <dgm:pt modelId="{58F79A1A-D526-40EA-92D3-8C9A18935921}" type="pres">
      <dgm:prSet presAssocID="{77330479-293D-47CE-A034-3728F0076724}" presName="horz2" presStyleCnt="0"/>
      <dgm:spPr/>
    </dgm:pt>
    <dgm:pt modelId="{2B986357-F10C-4A17-B68F-D5A8A0A50A22}" type="pres">
      <dgm:prSet presAssocID="{77330479-293D-47CE-A034-3728F0076724}" presName="horzSpace2" presStyleCnt="0"/>
      <dgm:spPr/>
    </dgm:pt>
    <dgm:pt modelId="{A592E33C-1E85-4899-98D9-DA48F5277F6F}" type="pres">
      <dgm:prSet presAssocID="{77330479-293D-47CE-A034-3728F0076724}" presName="tx2" presStyleLbl="revTx" presStyleIdx="9" presStyleCnt="10"/>
      <dgm:spPr/>
    </dgm:pt>
    <dgm:pt modelId="{CE8FFB6C-BF55-42E9-B0BD-0625C2E3BEDA}" type="pres">
      <dgm:prSet presAssocID="{77330479-293D-47CE-A034-3728F0076724}" presName="vert2" presStyleCnt="0"/>
      <dgm:spPr/>
    </dgm:pt>
    <dgm:pt modelId="{C355B770-3C3D-42BC-8CEF-278C09C74B99}" type="pres">
      <dgm:prSet presAssocID="{77330479-293D-47CE-A034-3728F0076724}" presName="thinLine2b" presStyleLbl="callout" presStyleIdx="8" presStyleCnt="9"/>
      <dgm:spPr/>
    </dgm:pt>
    <dgm:pt modelId="{B348A9EB-F32D-427A-A64F-9A0FF626E4CA}" type="pres">
      <dgm:prSet presAssocID="{77330479-293D-47CE-A034-3728F0076724}" presName="vertSpace2b" presStyleCnt="0"/>
      <dgm:spPr/>
    </dgm:pt>
  </dgm:ptLst>
  <dgm:cxnLst>
    <dgm:cxn modelId="{91171F05-058F-407B-A435-E12D96E5AAC7}" type="presOf" srcId="{DD14C1E4-C1EF-40AA-B2A4-EB831819218F}" destId="{68F4BE8B-F669-4097-971F-4B5FD2EB2CFE}" srcOrd="0" destOrd="0" presId="urn:microsoft.com/office/officeart/2008/layout/LinedList"/>
    <dgm:cxn modelId="{77CA9F05-B10F-46D7-BE46-D36149C461B9}" srcId="{1F5C26E2-BA62-469C-90F8-C46601D28C36}" destId="{6811F4CD-0FE6-436E-B5B1-062BDE9A66B3}" srcOrd="2" destOrd="0" parTransId="{7D667FD4-7BAA-45E8-99AF-D56C81B25590}" sibTransId="{ED83A33A-5E6C-432A-915C-B9C51148EE7C}"/>
    <dgm:cxn modelId="{80550509-E153-4C41-8B9D-F6E1830DE561}" srcId="{1F5C26E2-BA62-469C-90F8-C46601D28C36}" destId="{A7F486BC-95B4-4E67-B928-C7D51CED6060}" srcOrd="0" destOrd="0" parTransId="{DAE875C8-F712-462A-B308-0AC46A53F00B}" sibTransId="{C9E290C6-01BB-4F49-889D-8F4911168724}"/>
    <dgm:cxn modelId="{FB80CF0F-6DBA-4C56-A61D-F03AA153F8F1}" srcId="{1F5C26E2-BA62-469C-90F8-C46601D28C36}" destId="{E8EE3FD0-E11F-4C54-8C3E-BB15F8D84C6D}" srcOrd="1" destOrd="0" parTransId="{B7A0DDA3-6C4E-42B3-95ED-9D83C7DF7C1C}" sibTransId="{DB90F689-FA36-4548-ABDA-0E8716859462}"/>
    <dgm:cxn modelId="{1487F12A-D203-4E09-A413-3DE9140FE7D0}" type="presOf" srcId="{C4B39C5C-FF11-40E2-8533-B540381A893C}" destId="{D5005C00-48D2-4CA2-8A18-6E728555C8ED}" srcOrd="0" destOrd="0" presId="urn:microsoft.com/office/officeart/2008/layout/LinedList"/>
    <dgm:cxn modelId="{08C6083B-703F-4938-B4D4-E00CD20347F5}" type="presOf" srcId="{1F5C26E2-BA62-469C-90F8-C46601D28C36}" destId="{86125638-7F38-4E7E-8007-04397238600A}" srcOrd="0" destOrd="0" presId="urn:microsoft.com/office/officeart/2008/layout/LinedList"/>
    <dgm:cxn modelId="{9C4D0761-7223-403C-BE33-1FF8842D3479}" type="presOf" srcId="{77330479-293D-47CE-A034-3728F0076724}" destId="{A592E33C-1E85-4899-98D9-DA48F5277F6F}" srcOrd="0" destOrd="0" presId="urn:microsoft.com/office/officeart/2008/layout/LinedList"/>
    <dgm:cxn modelId="{AAB5C84B-93C8-4AC7-A1DD-30A87E94F436}" srcId="{1F5C26E2-BA62-469C-90F8-C46601D28C36}" destId="{DD14C1E4-C1EF-40AA-B2A4-EB831819218F}" srcOrd="6" destOrd="0" parTransId="{BB1B339D-E8E0-46CA-9F27-9837BAC3C3A8}" sibTransId="{7B1C6785-E97B-4295-BD80-625A34EA0C96}"/>
    <dgm:cxn modelId="{6E6A614E-62F6-4B41-86B2-5FE27C1187E4}" srcId="{1F5C26E2-BA62-469C-90F8-C46601D28C36}" destId="{5B09A9FF-AF22-4FC2-95B1-218B1C36B59E}" srcOrd="7" destOrd="0" parTransId="{B6556983-6DA9-4480-9B68-35722E7F56AC}" sibTransId="{E92EE445-0820-4BDC-899C-C10B473222DE}"/>
    <dgm:cxn modelId="{B026784F-589A-4B0F-8103-5708838C60CB}" type="presOf" srcId="{6811F4CD-0FE6-436E-B5B1-062BDE9A66B3}" destId="{7E229A56-6618-4033-850D-2E65A15C391D}" srcOrd="0" destOrd="0" presId="urn:microsoft.com/office/officeart/2008/layout/LinedList"/>
    <dgm:cxn modelId="{9D708375-63B4-45E2-AE0C-A3254414A2DF}" srcId="{1F5C26E2-BA62-469C-90F8-C46601D28C36}" destId="{33A387D2-87D0-4683-96E2-651AD48F8A29}" srcOrd="5" destOrd="0" parTransId="{A90D8366-74F3-4D02-980C-EC4C550D1161}" sibTransId="{E380A6F4-8E2B-409C-9C88-5399E2E55EE6}"/>
    <dgm:cxn modelId="{B74C4197-8798-4435-BEBE-8AA0AC8CFC65}" srcId="{1F5C26E2-BA62-469C-90F8-C46601D28C36}" destId="{77330479-293D-47CE-A034-3728F0076724}" srcOrd="8" destOrd="0" parTransId="{63738979-A7D0-4065-B39B-FF7D7ABA1D6A}" sibTransId="{9A6ABB4A-A12A-4ED0-B172-BCD593C2D785}"/>
    <dgm:cxn modelId="{162E199B-CCF6-455C-BA31-F6CFB1315FB5}" type="presOf" srcId="{1E20E08C-9AB0-482C-A2D1-01AF9C136E8A}" destId="{26997364-1B7F-4B09-940D-8BD418AF2588}" srcOrd="0" destOrd="0" presId="urn:microsoft.com/office/officeart/2008/layout/LinedList"/>
    <dgm:cxn modelId="{E8E0B59C-E391-4691-80A3-184E123FA4D6}" type="presOf" srcId="{33A387D2-87D0-4683-96E2-651AD48F8A29}" destId="{2A876525-F563-4B0B-87BE-1942E27C2963}" srcOrd="0" destOrd="0" presId="urn:microsoft.com/office/officeart/2008/layout/LinedList"/>
    <dgm:cxn modelId="{B649C8A1-A6C5-45FE-A223-E2ECAACC6BFB}" type="presOf" srcId="{5B09A9FF-AF22-4FC2-95B1-218B1C36B59E}" destId="{0E8D8C14-0A69-41C8-B096-FBEB0EFDBAFB}" srcOrd="0" destOrd="0" presId="urn:microsoft.com/office/officeart/2008/layout/LinedList"/>
    <dgm:cxn modelId="{6EA204BB-10F5-4379-AAD6-2F692C7B646F}" srcId="{1F5C26E2-BA62-469C-90F8-C46601D28C36}" destId="{C4B39C5C-FF11-40E2-8533-B540381A893C}" srcOrd="4" destOrd="0" parTransId="{FF635C52-1BAD-47C4-8802-947ABE7CFCFF}" sibTransId="{FF7752B3-4756-4DE8-94CC-87F898AC73FE}"/>
    <dgm:cxn modelId="{8E327BCA-A0FA-4ACC-B0D6-2D2563F7588F}" type="presOf" srcId="{A7F486BC-95B4-4E67-B928-C7D51CED6060}" destId="{7A7BF07F-203E-42F7-A5D0-429B6E4AF610}" srcOrd="0" destOrd="0" presId="urn:microsoft.com/office/officeart/2008/layout/LinedList"/>
    <dgm:cxn modelId="{804CE3D1-8211-467E-8E3F-73D1B4D483A3}" srcId="{206124FD-8097-4CA8-96F2-77B7BF07A37E}" destId="{1F5C26E2-BA62-469C-90F8-C46601D28C36}" srcOrd="0" destOrd="0" parTransId="{1962F07F-8047-471B-AFF7-A9897ED30691}" sibTransId="{CD9E28C4-36BC-4C4C-8937-05DB7DA6F785}"/>
    <dgm:cxn modelId="{9154F3D2-388B-4C91-A7DD-2D260F9A4A18}" type="presOf" srcId="{206124FD-8097-4CA8-96F2-77B7BF07A37E}" destId="{FD59E594-9AD5-461D-8591-A1C4AE2B8439}" srcOrd="0" destOrd="0" presId="urn:microsoft.com/office/officeart/2008/layout/LinedList"/>
    <dgm:cxn modelId="{51D016DA-6F30-4168-9155-74D189B79D71}" type="presOf" srcId="{E8EE3FD0-E11F-4C54-8C3E-BB15F8D84C6D}" destId="{3831D04A-23C3-44DF-8F8B-CBA3DA4B3B25}" srcOrd="0" destOrd="0" presId="urn:microsoft.com/office/officeart/2008/layout/LinedList"/>
    <dgm:cxn modelId="{56735AEA-A2EF-427D-879F-77F004791F88}" srcId="{1F5C26E2-BA62-469C-90F8-C46601D28C36}" destId="{1E20E08C-9AB0-482C-A2D1-01AF9C136E8A}" srcOrd="3" destOrd="0" parTransId="{3D934CB1-2865-4A82-AF56-1ECD1EAE611D}" sibTransId="{35291A9A-0A75-4B35-9F07-1AEB9272A777}"/>
    <dgm:cxn modelId="{3E1B2CF8-23D1-4368-84BC-81A1ED020C1E}" type="presParOf" srcId="{FD59E594-9AD5-461D-8591-A1C4AE2B8439}" destId="{E1E1ACFA-8C79-4706-9F3F-99ED591903E5}" srcOrd="0" destOrd="0" presId="urn:microsoft.com/office/officeart/2008/layout/LinedList"/>
    <dgm:cxn modelId="{35CB3C3A-75CC-4197-BF43-03EDCF798E0C}" type="presParOf" srcId="{FD59E594-9AD5-461D-8591-A1C4AE2B8439}" destId="{B8C3C766-AD44-4183-B86D-C73BE1FBA2B6}" srcOrd="1" destOrd="0" presId="urn:microsoft.com/office/officeart/2008/layout/LinedList"/>
    <dgm:cxn modelId="{AFADBFF5-9278-4438-883C-527F0A6BC909}" type="presParOf" srcId="{B8C3C766-AD44-4183-B86D-C73BE1FBA2B6}" destId="{86125638-7F38-4E7E-8007-04397238600A}" srcOrd="0" destOrd="0" presId="urn:microsoft.com/office/officeart/2008/layout/LinedList"/>
    <dgm:cxn modelId="{B422A8B3-188A-45A5-9B11-4EACEDDF1E23}" type="presParOf" srcId="{B8C3C766-AD44-4183-B86D-C73BE1FBA2B6}" destId="{07F1DAD3-920D-4120-ADB2-43569078BE7F}" srcOrd="1" destOrd="0" presId="urn:microsoft.com/office/officeart/2008/layout/LinedList"/>
    <dgm:cxn modelId="{BD6BB9BE-3D74-41AF-960D-C40882B61681}" type="presParOf" srcId="{07F1DAD3-920D-4120-ADB2-43569078BE7F}" destId="{50DA5E05-5948-47B1-823B-2F286815E70F}" srcOrd="0" destOrd="0" presId="urn:microsoft.com/office/officeart/2008/layout/LinedList"/>
    <dgm:cxn modelId="{FDA03F94-D1DA-43A4-9E6E-D0E31D38B1A8}" type="presParOf" srcId="{07F1DAD3-920D-4120-ADB2-43569078BE7F}" destId="{D8629D43-01A6-43C2-8450-028D15AEFF41}" srcOrd="1" destOrd="0" presId="urn:microsoft.com/office/officeart/2008/layout/LinedList"/>
    <dgm:cxn modelId="{FB98DE08-F7C7-436D-9F47-8BDB156D7733}" type="presParOf" srcId="{D8629D43-01A6-43C2-8450-028D15AEFF41}" destId="{CA6050BF-F4F5-4D2D-9FAF-1088D7393CAB}" srcOrd="0" destOrd="0" presId="urn:microsoft.com/office/officeart/2008/layout/LinedList"/>
    <dgm:cxn modelId="{DCF1F460-E898-4445-997B-2281E584B590}" type="presParOf" srcId="{D8629D43-01A6-43C2-8450-028D15AEFF41}" destId="{7A7BF07F-203E-42F7-A5D0-429B6E4AF610}" srcOrd="1" destOrd="0" presId="urn:microsoft.com/office/officeart/2008/layout/LinedList"/>
    <dgm:cxn modelId="{D5E75B5E-643D-4166-B024-498669DDF0AE}" type="presParOf" srcId="{D8629D43-01A6-43C2-8450-028D15AEFF41}" destId="{7921693D-26F6-46B5-9E13-56720A6211A0}" srcOrd="2" destOrd="0" presId="urn:microsoft.com/office/officeart/2008/layout/LinedList"/>
    <dgm:cxn modelId="{67BB036C-0D0E-4B86-953A-0CE8E7D90523}" type="presParOf" srcId="{07F1DAD3-920D-4120-ADB2-43569078BE7F}" destId="{B6BCE85D-B186-4823-892B-6EF1B39D0ABA}" srcOrd="2" destOrd="0" presId="urn:microsoft.com/office/officeart/2008/layout/LinedList"/>
    <dgm:cxn modelId="{8648BA91-CC3A-4B9A-AC46-C69F132BBA57}" type="presParOf" srcId="{07F1DAD3-920D-4120-ADB2-43569078BE7F}" destId="{DB27FAD1-C878-47BE-9595-524D5C10A4FC}" srcOrd="3" destOrd="0" presId="urn:microsoft.com/office/officeart/2008/layout/LinedList"/>
    <dgm:cxn modelId="{119AD4C8-FDF0-4554-A5CE-C9524FD9093E}" type="presParOf" srcId="{07F1DAD3-920D-4120-ADB2-43569078BE7F}" destId="{EA69C4A8-3305-4380-99AF-DD1E86C381AC}" srcOrd="4" destOrd="0" presId="urn:microsoft.com/office/officeart/2008/layout/LinedList"/>
    <dgm:cxn modelId="{ECB75F63-4FCE-4CE6-9507-7AADA4A9D2B0}" type="presParOf" srcId="{EA69C4A8-3305-4380-99AF-DD1E86C381AC}" destId="{41A49F1F-02DA-46A3-B586-23F47710C43D}" srcOrd="0" destOrd="0" presId="urn:microsoft.com/office/officeart/2008/layout/LinedList"/>
    <dgm:cxn modelId="{18ED6B2F-4F3E-430C-95D5-75DB01D306C1}" type="presParOf" srcId="{EA69C4A8-3305-4380-99AF-DD1E86C381AC}" destId="{3831D04A-23C3-44DF-8F8B-CBA3DA4B3B25}" srcOrd="1" destOrd="0" presId="urn:microsoft.com/office/officeart/2008/layout/LinedList"/>
    <dgm:cxn modelId="{A9FD9D95-1914-41B6-B280-DA7D204795C9}" type="presParOf" srcId="{EA69C4A8-3305-4380-99AF-DD1E86C381AC}" destId="{852F5318-7DE5-4A0D-882F-BEAF5A2B40F1}" srcOrd="2" destOrd="0" presId="urn:microsoft.com/office/officeart/2008/layout/LinedList"/>
    <dgm:cxn modelId="{051F8E0D-D814-4FFF-B1D3-2AB210C4FA93}" type="presParOf" srcId="{07F1DAD3-920D-4120-ADB2-43569078BE7F}" destId="{00B45869-1C46-44EA-8384-DF6C1988CD72}" srcOrd="5" destOrd="0" presId="urn:microsoft.com/office/officeart/2008/layout/LinedList"/>
    <dgm:cxn modelId="{C4591FE5-38C4-41BF-B92A-E314172BC039}" type="presParOf" srcId="{07F1DAD3-920D-4120-ADB2-43569078BE7F}" destId="{715DE0E1-562B-400B-8853-E47EB9F01DF1}" srcOrd="6" destOrd="0" presId="urn:microsoft.com/office/officeart/2008/layout/LinedList"/>
    <dgm:cxn modelId="{A1A0116D-F8B5-4324-9948-1B05410BFF51}" type="presParOf" srcId="{07F1DAD3-920D-4120-ADB2-43569078BE7F}" destId="{4BBDA0EF-5E55-40BE-943E-5B64E86EF904}" srcOrd="7" destOrd="0" presId="urn:microsoft.com/office/officeart/2008/layout/LinedList"/>
    <dgm:cxn modelId="{1359C1A1-73F2-49F1-9A45-5633B8BB3D1B}" type="presParOf" srcId="{4BBDA0EF-5E55-40BE-943E-5B64E86EF904}" destId="{9AC15FAE-87C9-4513-AB07-E360DFAC5760}" srcOrd="0" destOrd="0" presId="urn:microsoft.com/office/officeart/2008/layout/LinedList"/>
    <dgm:cxn modelId="{2E943946-7713-41FB-90D5-72048BEA4757}" type="presParOf" srcId="{4BBDA0EF-5E55-40BE-943E-5B64E86EF904}" destId="{7E229A56-6618-4033-850D-2E65A15C391D}" srcOrd="1" destOrd="0" presId="urn:microsoft.com/office/officeart/2008/layout/LinedList"/>
    <dgm:cxn modelId="{5868B6B8-9698-4EF4-8000-59392C06467B}" type="presParOf" srcId="{4BBDA0EF-5E55-40BE-943E-5B64E86EF904}" destId="{5C5F1103-BBE3-49E0-8097-B9A8AAAAA084}" srcOrd="2" destOrd="0" presId="urn:microsoft.com/office/officeart/2008/layout/LinedList"/>
    <dgm:cxn modelId="{FD3FC8DE-56A6-414F-9BEB-0920D57D95C0}" type="presParOf" srcId="{07F1DAD3-920D-4120-ADB2-43569078BE7F}" destId="{6D63B962-0ED2-4D27-98F3-76FECCCBEC00}" srcOrd="8" destOrd="0" presId="urn:microsoft.com/office/officeart/2008/layout/LinedList"/>
    <dgm:cxn modelId="{AACD2670-9547-4D83-945B-DCDA3D59556A}" type="presParOf" srcId="{07F1DAD3-920D-4120-ADB2-43569078BE7F}" destId="{62DEA25E-40F7-47BC-B41F-A1F5AB77774B}" srcOrd="9" destOrd="0" presId="urn:microsoft.com/office/officeart/2008/layout/LinedList"/>
    <dgm:cxn modelId="{F8AC8797-AF42-4FAC-94F6-93F3485F894D}" type="presParOf" srcId="{07F1DAD3-920D-4120-ADB2-43569078BE7F}" destId="{FFAF307F-5C4E-4AA5-8DE4-722922659B2C}" srcOrd="10" destOrd="0" presId="urn:microsoft.com/office/officeart/2008/layout/LinedList"/>
    <dgm:cxn modelId="{FB80E431-E099-4BFB-AF83-8FE2A9EC3193}" type="presParOf" srcId="{FFAF307F-5C4E-4AA5-8DE4-722922659B2C}" destId="{5BF1F245-104B-4021-B655-FA7FAD2D86A1}" srcOrd="0" destOrd="0" presId="urn:microsoft.com/office/officeart/2008/layout/LinedList"/>
    <dgm:cxn modelId="{83367796-A7D5-44B1-AD2F-88151AC9E29B}" type="presParOf" srcId="{FFAF307F-5C4E-4AA5-8DE4-722922659B2C}" destId="{26997364-1B7F-4B09-940D-8BD418AF2588}" srcOrd="1" destOrd="0" presId="urn:microsoft.com/office/officeart/2008/layout/LinedList"/>
    <dgm:cxn modelId="{895CAA3A-4C76-4232-A763-158B35466D59}" type="presParOf" srcId="{FFAF307F-5C4E-4AA5-8DE4-722922659B2C}" destId="{BF764AEA-150F-4DF5-9290-CFFF9E125B6C}" srcOrd="2" destOrd="0" presId="urn:microsoft.com/office/officeart/2008/layout/LinedList"/>
    <dgm:cxn modelId="{A4E72208-0D1D-4D8A-B464-86D0232EDC9B}" type="presParOf" srcId="{07F1DAD3-920D-4120-ADB2-43569078BE7F}" destId="{DFF02141-51AD-4F0A-A0FA-33FCD67E0BE8}" srcOrd="11" destOrd="0" presId="urn:microsoft.com/office/officeart/2008/layout/LinedList"/>
    <dgm:cxn modelId="{7424D579-4EA7-4E72-BC42-645DA4A56FCE}" type="presParOf" srcId="{07F1DAD3-920D-4120-ADB2-43569078BE7F}" destId="{33956F12-D409-4828-B398-F77D6011C335}" srcOrd="12" destOrd="0" presId="urn:microsoft.com/office/officeart/2008/layout/LinedList"/>
    <dgm:cxn modelId="{01A275B1-29DD-4160-87E4-B819E936E374}" type="presParOf" srcId="{07F1DAD3-920D-4120-ADB2-43569078BE7F}" destId="{9E7F5C3D-1AC8-4C54-BF6F-0E2662F72B08}" srcOrd="13" destOrd="0" presId="urn:microsoft.com/office/officeart/2008/layout/LinedList"/>
    <dgm:cxn modelId="{BD12EE32-5B0E-4282-80FA-E40A00309F80}" type="presParOf" srcId="{9E7F5C3D-1AC8-4C54-BF6F-0E2662F72B08}" destId="{4ECB2A02-9A71-4FF8-9D11-A4DDC2240CF4}" srcOrd="0" destOrd="0" presId="urn:microsoft.com/office/officeart/2008/layout/LinedList"/>
    <dgm:cxn modelId="{61933E06-952B-4DC7-9487-7E72E90EF5CD}" type="presParOf" srcId="{9E7F5C3D-1AC8-4C54-BF6F-0E2662F72B08}" destId="{D5005C00-48D2-4CA2-8A18-6E728555C8ED}" srcOrd="1" destOrd="0" presId="urn:microsoft.com/office/officeart/2008/layout/LinedList"/>
    <dgm:cxn modelId="{74215F5A-BA3B-42C8-A59B-108E1E56E632}" type="presParOf" srcId="{9E7F5C3D-1AC8-4C54-BF6F-0E2662F72B08}" destId="{E509AE02-C61D-44BC-96E6-71EF94D33D11}" srcOrd="2" destOrd="0" presId="urn:microsoft.com/office/officeart/2008/layout/LinedList"/>
    <dgm:cxn modelId="{3C10CFF4-B563-4680-BCB7-5CAACA02998F}" type="presParOf" srcId="{07F1DAD3-920D-4120-ADB2-43569078BE7F}" destId="{175FA6D4-273C-4464-AA4C-1C5759B54700}" srcOrd="14" destOrd="0" presId="urn:microsoft.com/office/officeart/2008/layout/LinedList"/>
    <dgm:cxn modelId="{5F9E9145-7291-47BB-89E7-05D5EB4738EE}" type="presParOf" srcId="{07F1DAD3-920D-4120-ADB2-43569078BE7F}" destId="{AF63D6EE-F4AA-4089-B5BB-DBB7D351FBD5}" srcOrd="15" destOrd="0" presId="urn:microsoft.com/office/officeart/2008/layout/LinedList"/>
    <dgm:cxn modelId="{BF706C40-03E8-4A2F-8088-0AA3AF1FC252}" type="presParOf" srcId="{07F1DAD3-920D-4120-ADB2-43569078BE7F}" destId="{11B8D782-C07F-44FA-9E15-82B073A56724}" srcOrd="16" destOrd="0" presId="urn:microsoft.com/office/officeart/2008/layout/LinedList"/>
    <dgm:cxn modelId="{822B0340-D3A8-4782-B158-65C30DEA8617}" type="presParOf" srcId="{11B8D782-C07F-44FA-9E15-82B073A56724}" destId="{EB07402D-930B-4E00-9BB8-3E2301B70644}" srcOrd="0" destOrd="0" presId="urn:microsoft.com/office/officeart/2008/layout/LinedList"/>
    <dgm:cxn modelId="{41BCF51B-60F0-46ED-9CD5-F135F7B35C5C}" type="presParOf" srcId="{11B8D782-C07F-44FA-9E15-82B073A56724}" destId="{2A876525-F563-4B0B-87BE-1942E27C2963}" srcOrd="1" destOrd="0" presId="urn:microsoft.com/office/officeart/2008/layout/LinedList"/>
    <dgm:cxn modelId="{C73E0809-A9A6-400F-B4C2-2DFAB0819092}" type="presParOf" srcId="{11B8D782-C07F-44FA-9E15-82B073A56724}" destId="{60E30EB1-E788-49ED-B51F-192242F8AD29}" srcOrd="2" destOrd="0" presId="urn:microsoft.com/office/officeart/2008/layout/LinedList"/>
    <dgm:cxn modelId="{6467DCA9-CC99-476C-8121-E014B186B909}" type="presParOf" srcId="{07F1DAD3-920D-4120-ADB2-43569078BE7F}" destId="{E907327B-D14A-4E6A-9C76-4F505F5E3AFD}" srcOrd="17" destOrd="0" presId="urn:microsoft.com/office/officeart/2008/layout/LinedList"/>
    <dgm:cxn modelId="{CE3A6AA7-8FA0-4E5F-BB71-9EC9FFF2748D}" type="presParOf" srcId="{07F1DAD3-920D-4120-ADB2-43569078BE7F}" destId="{A5A2260A-F24F-46BE-A364-2CEA2F161355}" srcOrd="18" destOrd="0" presId="urn:microsoft.com/office/officeart/2008/layout/LinedList"/>
    <dgm:cxn modelId="{092EBE06-63C0-4B64-BC44-81960572B377}" type="presParOf" srcId="{07F1DAD3-920D-4120-ADB2-43569078BE7F}" destId="{C8A31DB0-1B6F-4EDA-8064-7E1FA1BEC8C7}" srcOrd="19" destOrd="0" presId="urn:microsoft.com/office/officeart/2008/layout/LinedList"/>
    <dgm:cxn modelId="{0CA27D16-82F9-4E83-A164-66D32AA6AB2A}" type="presParOf" srcId="{C8A31DB0-1B6F-4EDA-8064-7E1FA1BEC8C7}" destId="{E04F4649-53C5-4D1B-881F-FECE99DB3C80}" srcOrd="0" destOrd="0" presId="urn:microsoft.com/office/officeart/2008/layout/LinedList"/>
    <dgm:cxn modelId="{EEF046AA-A6C5-4C9F-928B-FD742B0B20CA}" type="presParOf" srcId="{C8A31DB0-1B6F-4EDA-8064-7E1FA1BEC8C7}" destId="{68F4BE8B-F669-4097-971F-4B5FD2EB2CFE}" srcOrd="1" destOrd="0" presId="urn:microsoft.com/office/officeart/2008/layout/LinedList"/>
    <dgm:cxn modelId="{596F8D5B-EB91-4F20-93B2-6DA7D1732FD3}" type="presParOf" srcId="{C8A31DB0-1B6F-4EDA-8064-7E1FA1BEC8C7}" destId="{87D29D90-9BBA-4333-B179-186F80694E24}" srcOrd="2" destOrd="0" presId="urn:microsoft.com/office/officeart/2008/layout/LinedList"/>
    <dgm:cxn modelId="{F54A5E86-C66B-4C9B-BF42-3CF377B3817A}" type="presParOf" srcId="{07F1DAD3-920D-4120-ADB2-43569078BE7F}" destId="{732EDD52-3E8A-47BF-9D22-BC67D4C084FC}" srcOrd="20" destOrd="0" presId="urn:microsoft.com/office/officeart/2008/layout/LinedList"/>
    <dgm:cxn modelId="{F7E0CF81-32E6-45ED-BC49-24964C76FD72}" type="presParOf" srcId="{07F1DAD3-920D-4120-ADB2-43569078BE7F}" destId="{9B98F2E2-EBDC-4CC5-8795-C439BB884722}" srcOrd="21" destOrd="0" presId="urn:microsoft.com/office/officeart/2008/layout/LinedList"/>
    <dgm:cxn modelId="{40C51072-30E5-48F4-84A0-F3EBFA5372EA}" type="presParOf" srcId="{07F1DAD3-920D-4120-ADB2-43569078BE7F}" destId="{875B7899-0B6C-47AD-8084-82C63FCE0B44}" srcOrd="22" destOrd="0" presId="urn:microsoft.com/office/officeart/2008/layout/LinedList"/>
    <dgm:cxn modelId="{E8F12181-CA2C-4FDE-ADAE-3FF1490528A3}" type="presParOf" srcId="{875B7899-0B6C-47AD-8084-82C63FCE0B44}" destId="{0CA1722F-3F88-4DC0-AB34-2F8202BEE6CD}" srcOrd="0" destOrd="0" presId="urn:microsoft.com/office/officeart/2008/layout/LinedList"/>
    <dgm:cxn modelId="{B896AFCE-FD49-41F5-B557-B59CD56EABE8}" type="presParOf" srcId="{875B7899-0B6C-47AD-8084-82C63FCE0B44}" destId="{0E8D8C14-0A69-41C8-B096-FBEB0EFDBAFB}" srcOrd="1" destOrd="0" presId="urn:microsoft.com/office/officeart/2008/layout/LinedList"/>
    <dgm:cxn modelId="{57903C5B-5DCE-4374-9BD6-43D5A8C0EE69}" type="presParOf" srcId="{875B7899-0B6C-47AD-8084-82C63FCE0B44}" destId="{E00D0F5F-5574-444B-AA6D-DCB6EED71802}" srcOrd="2" destOrd="0" presId="urn:microsoft.com/office/officeart/2008/layout/LinedList"/>
    <dgm:cxn modelId="{FB3A40A3-BFBE-4EBB-92A5-2A0584EE6F13}" type="presParOf" srcId="{07F1DAD3-920D-4120-ADB2-43569078BE7F}" destId="{9DE830F6-E166-4E6A-8894-7768ACCAF7C6}" srcOrd="23" destOrd="0" presId="urn:microsoft.com/office/officeart/2008/layout/LinedList"/>
    <dgm:cxn modelId="{78D7A5CA-7907-4036-8AB7-6C621AEB813A}" type="presParOf" srcId="{07F1DAD3-920D-4120-ADB2-43569078BE7F}" destId="{0AB8C44A-F4BA-4F42-8C4F-ED1833D524EF}" srcOrd="24" destOrd="0" presId="urn:microsoft.com/office/officeart/2008/layout/LinedList"/>
    <dgm:cxn modelId="{9137CDAE-F1C8-4454-B7C8-76A0D3BCD49E}" type="presParOf" srcId="{07F1DAD3-920D-4120-ADB2-43569078BE7F}" destId="{58F79A1A-D526-40EA-92D3-8C9A18935921}" srcOrd="25" destOrd="0" presId="urn:microsoft.com/office/officeart/2008/layout/LinedList"/>
    <dgm:cxn modelId="{C4517A08-C0D4-480C-8F04-75BABB5F2650}" type="presParOf" srcId="{58F79A1A-D526-40EA-92D3-8C9A18935921}" destId="{2B986357-F10C-4A17-B68F-D5A8A0A50A22}" srcOrd="0" destOrd="0" presId="urn:microsoft.com/office/officeart/2008/layout/LinedList"/>
    <dgm:cxn modelId="{6070DBA0-69FC-4F03-BA46-689EDB251453}" type="presParOf" srcId="{58F79A1A-D526-40EA-92D3-8C9A18935921}" destId="{A592E33C-1E85-4899-98D9-DA48F5277F6F}" srcOrd="1" destOrd="0" presId="urn:microsoft.com/office/officeart/2008/layout/LinedList"/>
    <dgm:cxn modelId="{4FB23597-A289-49E3-8AB8-7005416E9233}" type="presParOf" srcId="{58F79A1A-D526-40EA-92D3-8C9A18935921}" destId="{CE8FFB6C-BF55-42E9-B0BD-0625C2E3BEDA}" srcOrd="2" destOrd="0" presId="urn:microsoft.com/office/officeart/2008/layout/LinedList"/>
    <dgm:cxn modelId="{D9646EBC-835E-4728-AF2F-3C0EFA82C2F1}" type="presParOf" srcId="{07F1DAD3-920D-4120-ADB2-43569078BE7F}" destId="{C355B770-3C3D-42BC-8CEF-278C09C74B99}" srcOrd="26" destOrd="0" presId="urn:microsoft.com/office/officeart/2008/layout/LinedList"/>
    <dgm:cxn modelId="{F738A2D4-C26F-4F26-AEF6-77EA9BDD099D}" type="presParOf" srcId="{07F1DAD3-920D-4120-ADB2-43569078BE7F}" destId="{B348A9EB-F32D-427A-A64F-9A0FF626E4CA}" srcOrd="27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D76067-F4AD-4D4A-9AB5-1DFE911735A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41C4942-C915-498D-A138-93B1EBA805B8}">
      <dgm:prSet/>
      <dgm:spPr/>
      <dgm:t>
        <a:bodyPr/>
        <a:lstStyle/>
        <a:p>
          <a:r>
            <a:rPr lang="es-ES" b="1" dirty="0"/>
            <a:t>[i := 0] </a:t>
          </a:r>
          <a:r>
            <a:rPr lang="es-ES" dirty="0"/>
            <a:t>	→ Variable que se va a utilizar para recorrer el bucle</a:t>
          </a:r>
          <a:endParaRPr lang="en-US" dirty="0"/>
        </a:p>
      </dgm:t>
    </dgm:pt>
    <dgm:pt modelId="{E4AA8B22-F36E-41D9-BEB3-5EB09E97FC26}" type="parTrans" cxnId="{99C934A4-CF1C-40D3-B19F-865CA7400DE2}">
      <dgm:prSet/>
      <dgm:spPr/>
      <dgm:t>
        <a:bodyPr/>
        <a:lstStyle/>
        <a:p>
          <a:endParaRPr lang="en-US"/>
        </a:p>
      </dgm:t>
    </dgm:pt>
    <dgm:pt modelId="{11A6996C-7EB2-4D92-9ACC-EB7F32D38857}" type="sibTrans" cxnId="{99C934A4-CF1C-40D3-B19F-865CA7400DE2}">
      <dgm:prSet/>
      <dgm:spPr/>
      <dgm:t>
        <a:bodyPr/>
        <a:lstStyle/>
        <a:p>
          <a:endParaRPr lang="en-US"/>
        </a:p>
      </dgm:t>
    </dgm:pt>
    <dgm:pt modelId="{C2306FAD-21F6-4ECF-95E8-EE93AEB777EC}">
      <dgm:prSet/>
      <dgm:spPr/>
      <dgm:t>
        <a:bodyPr/>
        <a:lstStyle/>
        <a:p>
          <a:r>
            <a:rPr lang="es-ES" b="1" dirty="0"/>
            <a:t>[i &lt;= 5] </a:t>
          </a:r>
          <a:r>
            <a:rPr lang="es-ES" dirty="0"/>
            <a:t>	→ Condición que se debe cumplir para salir del bucle</a:t>
          </a:r>
          <a:endParaRPr lang="en-US" dirty="0"/>
        </a:p>
      </dgm:t>
    </dgm:pt>
    <dgm:pt modelId="{0818B6F1-43D8-43FF-A464-C33529075C5D}" type="parTrans" cxnId="{1C950557-DD4F-4172-B184-7EF997779B8B}">
      <dgm:prSet/>
      <dgm:spPr/>
      <dgm:t>
        <a:bodyPr/>
        <a:lstStyle/>
        <a:p>
          <a:endParaRPr lang="en-US"/>
        </a:p>
      </dgm:t>
    </dgm:pt>
    <dgm:pt modelId="{ED7DEBC2-BE52-48C7-A2E0-4D3140A90CAC}" type="sibTrans" cxnId="{1C950557-DD4F-4172-B184-7EF997779B8B}">
      <dgm:prSet/>
      <dgm:spPr/>
      <dgm:t>
        <a:bodyPr/>
        <a:lstStyle/>
        <a:p>
          <a:endParaRPr lang="en-US"/>
        </a:p>
      </dgm:t>
    </dgm:pt>
    <dgm:pt modelId="{8E1D1A3D-F880-4323-AE82-4BC79BFB1622}">
      <dgm:prSet/>
      <dgm:spPr/>
      <dgm:t>
        <a:bodyPr/>
        <a:lstStyle/>
        <a:p>
          <a:r>
            <a:rPr lang="es-ES" b="1" dirty="0"/>
            <a:t>[i++]</a:t>
          </a:r>
          <a:r>
            <a:rPr lang="es-ES" dirty="0"/>
            <a:t>	→ Actualización de la variable que ayuda a recorrer el bucle.</a:t>
          </a:r>
          <a:endParaRPr lang="en-US" dirty="0"/>
        </a:p>
      </dgm:t>
    </dgm:pt>
    <dgm:pt modelId="{D604DFD5-3119-4B0B-809D-BE3B5D23CEAA}" type="parTrans" cxnId="{C36881D2-FA1B-425F-BDBA-B32721861F46}">
      <dgm:prSet/>
      <dgm:spPr/>
      <dgm:t>
        <a:bodyPr/>
        <a:lstStyle/>
        <a:p>
          <a:endParaRPr lang="en-US"/>
        </a:p>
      </dgm:t>
    </dgm:pt>
    <dgm:pt modelId="{493C180F-20D2-437C-87AD-2556E3965EE6}" type="sibTrans" cxnId="{C36881D2-FA1B-425F-BDBA-B32721861F46}">
      <dgm:prSet/>
      <dgm:spPr/>
      <dgm:t>
        <a:bodyPr/>
        <a:lstStyle/>
        <a:p>
          <a:endParaRPr lang="en-US"/>
        </a:p>
      </dgm:t>
    </dgm:pt>
    <dgm:pt modelId="{75EAE69C-DBC4-4A52-B9FE-4EF0B499F76A}" type="pres">
      <dgm:prSet presAssocID="{D8D76067-F4AD-4D4A-9AB5-1DFE911735AF}" presName="root" presStyleCnt="0">
        <dgm:presLayoutVars>
          <dgm:dir/>
          <dgm:resizeHandles val="exact"/>
        </dgm:presLayoutVars>
      </dgm:prSet>
      <dgm:spPr/>
    </dgm:pt>
    <dgm:pt modelId="{B59E8CFA-CF62-4871-90A6-F40D84BF351B}" type="pres">
      <dgm:prSet presAssocID="{E41C4942-C915-498D-A138-93B1EBA805B8}" presName="compNode" presStyleCnt="0"/>
      <dgm:spPr/>
    </dgm:pt>
    <dgm:pt modelId="{0A60C0B1-00C6-4EFB-86EB-AC466763332C}" type="pres">
      <dgm:prSet presAssocID="{E41C4942-C915-498D-A138-93B1EBA805B8}" presName="bgRect" presStyleLbl="bgShp" presStyleIdx="0" presStyleCnt="3"/>
      <dgm:spPr/>
    </dgm:pt>
    <dgm:pt modelId="{31152C01-4EE1-4F16-AFE6-AF274447E282}" type="pres">
      <dgm:prSet presAssocID="{E41C4942-C915-498D-A138-93B1EBA805B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CB562789-95F6-4680-B1C5-5F24A54F8ADD}" type="pres">
      <dgm:prSet presAssocID="{E41C4942-C915-498D-A138-93B1EBA805B8}" presName="spaceRect" presStyleCnt="0"/>
      <dgm:spPr/>
    </dgm:pt>
    <dgm:pt modelId="{775ECEC3-910A-4BFF-8A16-3D9BAB537642}" type="pres">
      <dgm:prSet presAssocID="{E41C4942-C915-498D-A138-93B1EBA805B8}" presName="parTx" presStyleLbl="revTx" presStyleIdx="0" presStyleCnt="3">
        <dgm:presLayoutVars>
          <dgm:chMax val="0"/>
          <dgm:chPref val="0"/>
        </dgm:presLayoutVars>
      </dgm:prSet>
      <dgm:spPr/>
    </dgm:pt>
    <dgm:pt modelId="{FC29B115-72F7-4F47-86AE-62D887DF6656}" type="pres">
      <dgm:prSet presAssocID="{11A6996C-7EB2-4D92-9ACC-EB7F32D38857}" presName="sibTrans" presStyleCnt="0"/>
      <dgm:spPr/>
    </dgm:pt>
    <dgm:pt modelId="{537867C6-13D4-48FA-B4FD-F16470611093}" type="pres">
      <dgm:prSet presAssocID="{C2306FAD-21F6-4ECF-95E8-EE93AEB777EC}" presName="compNode" presStyleCnt="0"/>
      <dgm:spPr/>
    </dgm:pt>
    <dgm:pt modelId="{97B8E89D-2C33-46E1-AC53-A1E5C60FB9DE}" type="pres">
      <dgm:prSet presAssocID="{C2306FAD-21F6-4ECF-95E8-EE93AEB777EC}" presName="bgRect" presStyleLbl="bgShp" presStyleIdx="1" presStyleCnt="3"/>
      <dgm:spPr/>
    </dgm:pt>
    <dgm:pt modelId="{778CCCB2-9A83-4D06-B384-01FC6E6FB44A}" type="pres">
      <dgm:prSet presAssocID="{C2306FAD-21F6-4ECF-95E8-EE93AEB777E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e"/>
        </a:ext>
      </dgm:extLst>
    </dgm:pt>
    <dgm:pt modelId="{87A013FD-1CD0-423B-B03C-4B6529163AF3}" type="pres">
      <dgm:prSet presAssocID="{C2306FAD-21F6-4ECF-95E8-EE93AEB777EC}" presName="spaceRect" presStyleCnt="0"/>
      <dgm:spPr/>
    </dgm:pt>
    <dgm:pt modelId="{D1450751-0359-4715-9B43-60F8BF3C09A4}" type="pres">
      <dgm:prSet presAssocID="{C2306FAD-21F6-4ECF-95E8-EE93AEB777EC}" presName="parTx" presStyleLbl="revTx" presStyleIdx="1" presStyleCnt="3">
        <dgm:presLayoutVars>
          <dgm:chMax val="0"/>
          <dgm:chPref val="0"/>
        </dgm:presLayoutVars>
      </dgm:prSet>
      <dgm:spPr/>
    </dgm:pt>
    <dgm:pt modelId="{7312DF10-CA54-4BF8-B3B4-6EAF772D15BA}" type="pres">
      <dgm:prSet presAssocID="{ED7DEBC2-BE52-48C7-A2E0-4D3140A90CAC}" presName="sibTrans" presStyleCnt="0"/>
      <dgm:spPr/>
    </dgm:pt>
    <dgm:pt modelId="{79F91F1B-E5AA-4B27-8A3A-3896A9AD9FE4}" type="pres">
      <dgm:prSet presAssocID="{8E1D1A3D-F880-4323-AE82-4BC79BFB1622}" presName="compNode" presStyleCnt="0"/>
      <dgm:spPr/>
    </dgm:pt>
    <dgm:pt modelId="{2DB5370D-23DF-4421-9C4C-2D7F7B3735AA}" type="pres">
      <dgm:prSet presAssocID="{8E1D1A3D-F880-4323-AE82-4BC79BFB1622}" presName="bgRect" presStyleLbl="bgShp" presStyleIdx="2" presStyleCnt="3"/>
      <dgm:spPr/>
    </dgm:pt>
    <dgm:pt modelId="{C7CF847C-05D0-445E-A6C5-AA862CB53B1B}" type="pres">
      <dgm:prSet presAssocID="{8E1D1A3D-F880-4323-AE82-4BC79BFB162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s with Arrows"/>
        </a:ext>
      </dgm:extLst>
    </dgm:pt>
    <dgm:pt modelId="{96B20D4E-AF3C-483F-83FE-E01A462E744C}" type="pres">
      <dgm:prSet presAssocID="{8E1D1A3D-F880-4323-AE82-4BC79BFB1622}" presName="spaceRect" presStyleCnt="0"/>
      <dgm:spPr/>
    </dgm:pt>
    <dgm:pt modelId="{19B22342-34E0-4EAF-B3AE-3D48068C8245}" type="pres">
      <dgm:prSet presAssocID="{8E1D1A3D-F880-4323-AE82-4BC79BFB162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A847230-0A46-4F10-B0B6-3D015439E10B}" type="presOf" srcId="{C2306FAD-21F6-4ECF-95E8-EE93AEB777EC}" destId="{D1450751-0359-4715-9B43-60F8BF3C09A4}" srcOrd="0" destOrd="0" presId="urn:microsoft.com/office/officeart/2018/2/layout/IconVerticalSolidList"/>
    <dgm:cxn modelId="{0128CC61-D32C-47EC-8DE7-AC3DE7F1F190}" type="presOf" srcId="{D8D76067-F4AD-4D4A-9AB5-1DFE911735AF}" destId="{75EAE69C-DBC4-4A52-B9FE-4EF0B499F76A}" srcOrd="0" destOrd="0" presId="urn:microsoft.com/office/officeart/2018/2/layout/IconVerticalSolidList"/>
    <dgm:cxn modelId="{1C950557-DD4F-4172-B184-7EF997779B8B}" srcId="{D8D76067-F4AD-4D4A-9AB5-1DFE911735AF}" destId="{C2306FAD-21F6-4ECF-95E8-EE93AEB777EC}" srcOrd="1" destOrd="0" parTransId="{0818B6F1-43D8-43FF-A464-C33529075C5D}" sibTransId="{ED7DEBC2-BE52-48C7-A2E0-4D3140A90CAC}"/>
    <dgm:cxn modelId="{99C934A4-CF1C-40D3-B19F-865CA7400DE2}" srcId="{D8D76067-F4AD-4D4A-9AB5-1DFE911735AF}" destId="{E41C4942-C915-498D-A138-93B1EBA805B8}" srcOrd="0" destOrd="0" parTransId="{E4AA8B22-F36E-41D9-BEB3-5EB09E97FC26}" sibTransId="{11A6996C-7EB2-4D92-9ACC-EB7F32D38857}"/>
    <dgm:cxn modelId="{93CFFBC8-153B-4033-99E5-DF2955975307}" type="presOf" srcId="{E41C4942-C915-498D-A138-93B1EBA805B8}" destId="{775ECEC3-910A-4BFF-8A16-3D9BAB537642}" srcOrd="0" destOrd="0" presId="urn:microsoft.com/office/officeart/2018/2/layout/IconVerticalSolidList"/>
    <dgm:cxn modelId="{C36881D2-FA1B-425F-BDBA-B32721861F46}" srcId="{D8D76067-F4AD-4D4A-9AB5-1DFE911735AF}" destId="{8E1D1A3D-F880-4323-AE82-4BC79BFB1622}" srcOrd="2" destOrd="0" parTransId="{D604DFD5-3119-4B0B-809D-BE3B5D23CEAA}" sibTransId="{493C180F-20D2-437C-87AD-2556E3965EE6}"/>
    <dgm:cxn modelId="{9D77A9E6-B258-4E93-8DCF-849553EAEA68}" type="presOf" srcId="{8E1D1A3D-F880-4323-AE82-4BC79BFB1622}" destId="{19B22342-34E0-4EAF-B3AE-3D48068C8245}" srcOrd="0" destOrd="0" presId="urn:microsoft.com/office/officeart/2018/2/layout/IconVerticalSolidList"/>
    <dgm:cxn modelId="{AF8440BE-E6D9-4172-B294-3F66541C6362}" type="presParOf" srcId="{75EAE69C-DBC4-4A52-B9FE-4EF0B499F76A}" destId="{B59E8CFA-CF62-4871-90A6-F40D84BF351B}" srcOrd="0" destOrd="0" presId="urn:microsoft.com/office/officeart/2018/2/layout/IconVerticalSolidList"/>
    <dgm:cxn modelId="{D2098DBF-4B7D-41FB-8DC9-6CF44587939C}" type="presParOf" srcId="{B59E8CFA-CF62-4871-90A6-F40D84BF351B}" destId="{0A60C0B1-00C6-4EFB-86EB-AC466763332C}" srcOrd="0" destOrd="0" presId="urn:microsoft.com/office/officeart/2018/2/layout/IconVerticalSolidList"/>
    <dgm:cxn modelId="{FC723A3B-D008-4500-A8C5-7B7360759E5F}" type="presParOf" srcId="{B59E8CFA-CF62-4871-90A6-F40D84BF351B}" destId="{31152C01-4EE1-4F16-AFE6-AF274447E282}" srcOrd="1" destOrd="0" presId="urn:microsoft.com/office/officeart/2018/2/layout/IconVerticalSolidList"/>
    <dgm:cxn modelId="{510ADAA7-2161-4012-8229-ACB62B27CA54}" type="presParOf" srcId="{B59E8CFA-CF62-4871-90A6-F40D84BF351B}" destId="{CB562789-95F6-4680-B1C5-5F24A54F8ADD}" srcOrd="2" destOrd="0" presId="urn:microsoft.com/office/officeart/2018/2/layout/IconVerticalSolidList"/>
    <dgm:cxn modelId="{C002EF02-A486-4207-A0E1-452487D5C88E}" type="presParOf" srcId="{B59E8CFA-CF62-4871-90A6-F40D84BF351B}" destId="{775ECEC3-910A-4BFF-8A16-3D9BAB537642}" srcOrd="3" destOrd="0" presId="urn:microsoft.com/office/officeart/2018/2/layout/IconVerticalSolidList"/>
    <dgm:cxn modelId="{2ABA7C53-6581-4293-A030-02AC63798943}" type="presParOf" srcId="{75EAE69C-DBC4-4A52-B9FE-4EF0B499F76A}" destId="{FC29B115-72F7-4F47-86AE-62D887DF6656}" srcOrd="1" destOrd="0" presId="urn:microsoft.com/office/officeart/2018/2/layout/IconVerticalSolidList"/>
    <dgm:cxn modelId="{E29062D4-F562-4408-B52C-135EBD977FC6}" type="presParOf" srcId="{75EAE69C-DBC4-4A52-B9FE-4EF0B499F76A}" destId="{537867C6-13D4-48FA-B4FD-F16470611093}" srcOrd="2" destOrd="0" presId="urn:microsoft.com/office/officeart/2018/2/layout/IconVerticalSolidList"/>
    <dgm:cxn modelId="{26853DD6-6D3B-49EB-B379-C0ED45DD4343}" type="presParOf" srcId="{537867C6-13D4-48FA-B4FD-F16470611093}" destId="{97B8E89D-2C33-46E1-AC53-A1E5C60FB9DE}" srcOrd="0" destOrd="0" presId="urn:microsoft.com/office/officeart/2018/2/layout/IconVerticalSolidList"/>
    <dgm:cxn modelId="{9E5DBB1E-FBDA-48CF-A4C2-6BCE27D28F33}" type="presParOf" srcId="{537867C6-13D4-48FA-B4FD-F16470611093}" destId="{778CCCB2-9A83-4D06-B384-01FC6E6FB44A}" srcOrd="1" destOrd="0" presId="urn:microsoft.com/office/officeart/2018/2/layout/IconVerticalSolidList"/>
    <dgm:cxn modelId="{8AC2BAC3-5B0E-467D-9FF0-757431658B1F}" type="presParOf" srcId="{537867C6-13D4-48FA-B4FD-F16470611093}" destId="{87A013FD-1CD0-423B-B03C-4B6529163AF3}" srcOrd="2" destOrd="0" presId="urn:microsoft.com/office/officeart/2018/2/layout/IconVerticalSolidList"/>
    <dgm:cxn modelId="{DBF30CCF-7D97-41E2-8524-4E2D80AE1451}" type="presParOf" srcId="{537867C6-13D4-48FA-B4FD-F16470611093}" destId="{D1450751-0359-4715-9B43-60F8BF3C09A4}" srcOrd="3" destOrd="0" presId="urn:microsoft.com/office/officeart/2018/2/layout/IconVerticalSolidList"/>
    <dgm:cxn modelId="{E5E8DBAD-B006-49A1-89C6-C78943F8187F}" type="presParOf" srcId="{75EAE69C-DBC4-4A52-B9FE-4EF0B499F76A}" destId="{7312DF10-CA54-4BF8-B3B4-6EAF772D15BA}" srcOrd="3" destOrd="0" presId="urn:microsoft.com/office/officeart/2018/2/layout/IconVerticalSolidList"/>
    <dgm:cxn modelId="{DA6282C1-B3D2-47DF-ABCF-BCE726CB3A62}" type="presParOf" srcId="{75EAE69C-DBC4-4A52-B9FE-4EF0B499F76A}" destId="{79F91F1B-E5AA-4B27-8A3A-3896A9AD9FE4}" srcOrd="4" destOrd="0" presId="urn:microsoft.com/office/officeart/2018/2/layout/IconVerticalSolidList"/>
    <dgm:cxn modelId="{A53301E1-AA26-4BA8-B6C2-3D44155FB28C}" type="presParOf" srcId="{79F91F1B-E5AA-4B27-8A3A-3896A9AD9FE4}" destId="{2DB5370D-23DF-4421-9C4C-2D7F7B3735AA}" srcOrd="0" destOrd="0" presId="urn:microsoft.com/office/officeart/2018/2/layout/IconVerticalSolidList"/>
    <dgm:cxn modelId="{4F30ED4A-24EB-4255-9214-35234965C7E3}" type="presParOf" srcId="{79F91F1B-E5AA-4B27-8A3A-3896A9AD9FE4}" destId="{C7CF847C-05D0-445E-A6C5-AA862CB53B1B}" srcOrd="1" destOrd="0" presId="urn:microsoft.com/office/officeart/2018/2/layout/IconVerticalSolidList"/>
    <dgm:cxn modelId="{22517261-DAA6-47E2-80D2-E811B27AB1A3}" type="presParOf" srcId="{79F91F1B-E5AA-4B27-8A3A-3896A9AD9FE4}" destId="{96B20D4E-AF3C-483F-83FE-E01A462E744C}" srcOrd="2" destOrd="0" presId="urn:microsoft.com/office/officeart/2018/2/layout/IconVerticalSolidList"/>
    <dgm:cxn modelId="{6B556F08-BF1A-4F01-A2E4-6CA2B4EBEA46}" type="presParOf" srcId="{79F91F1B-E5AA-4B27-8A3A-3896A9AD9FE4}" destId="{19B22342-34E0-4EAF-B3AE-3D48068C824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CF5B85-A715-4B70-9FCC-76D3902D2F4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568ADCF-FB82-454A-A6B2-638B56780B0F}">
      <dgm:prSet/>
      <dgm:spPr/>
      <dgm:t>
        <a:bodyPr/>
        <a:lstStyle/>
        <a:p>
          <a:r>
            <a:rPr lang="es-ES"/>
            <a:t>Los arrays son un contenedor, que contiene otros contenedores. Básicamente, una estructura de datos.</a:t>
          </a:r>
          <a:endParaRPr lang="en-US"/>
        </a:p>
      </dgm:t>
    </dgm:pt>
    <dgm:pt modelId="{A5C14359-70EE-4DB0-8AFA-ABC33B3B94C4}" type="parTrans" cxnId="{AAF83325-74D2-4D7E-A1B9-53254D2C3241}">
      <dgm:prSet/>
      <dgm:spPr/>
      <dgm:t>
        <a:bodyPr/>
        <a:lstStyle/>
        <a:p>
          <a:endParaRPr lang="en-US"/>
        </a:p>
      </dgm:t>
    </dgm:pt>
    <dgm:pt modelId="{657208A0-C0B2-48B5-B27C-9D05D112CBBD}" type="sibTrans" cxnId="{AAF83325-74D2-4D7E-A1B9-53254D2C3241}">
      <dgm:prSet/>
      <dgm:spPr/>
      <dgm:t>
        <a:bodyPr/>
        <a:lstStyle/>
        <a:p>
          <a:endParaRPr lang="en-US"/>
        </a:p>
      </dgm:t>
    </dgm:pt>
    <dgm:pt modelId="{07A8B64D-6818-40E7-B484-1C316EBC3458}">
      <dgm:prSet/>
      <dgm:spPr/>
      <dgm:t>
        <a:bodyPr/>
        <a:lstStyle/>
        <a:p>
          <a:r>
            <a:rPr lang="es-ES"/>
            <a:t>Es como un armario con cajones, el armario en sí es el array y cada cajón, es una "variable".</a:t>
          </a:r>
          <a:endParaRPr lang="en-US"/>
        </a:p>
      </dgm:t>
    </dgm:pt>
    <dgm:pt modelId="{EA53D4E1-E441-42A6-9B6F-39FB0C9ECFB0}" type="parTrans" cxnId="{780A1C3B-A481-4DEE-A2B9-BBC842D7BEA6}">
      <dgm:prSet/>
      <dgm:spPr/>
      <dgm:t>
        <a:bodyPr/>
        <a:lstStyle/>
        <a:p>
          <a:endParaRPr lang="en-US"/>
        </a:p>
      </dgm:t>
    </dgm:pt>
    <dgm:pt modelId="{2B0FBC91-1C65-41A5-B377-F2E87D86F9BF}" type="sibTrans" cxnId="{780A1C3B-A481-4DEE-A2B9-BBC842D7BEA6}">
      <dgm:prSet/>
      <dgm:spPr/>
      <dgm:t>
        <a:bodyPr/>
        <a:lstStyle/>
        <a:p>
          <a:endParaRPr lang="en-US"/>
        </a:p>
      </dgm:t>
    </dgm:pt>
    <dgm:pt modelId="{5D1D158A-412D-4CBD-B02D-281824150F08}" type="pres">
      <dgm:prSet presAssocID="{0ECF5B85-A715-4B70-9FCC-76D3902D2F4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7B94286-C949-464D-96CE-9625E1804E39}" type="pres">
      <dgm:prSet presAssocID="{9568ADCF-FB82-454A-A6B2-638B56780B0F}" presName="hierRoot1" presStyleCnt="0"/>
      <dgm:spPr/>
    </dgm:pt>
    <dgm:pt modelId="{266F62F6-C075-4CB1-84F3-8C26D0C1EB1B}" type="pres">
      <dgm:prSet presAssocID="{9568ADCF-FB82-454A-A6B2-638B56780B0F}" presName="composite" presStyleCnt="0"/>
      <dgm:spPr/>
    </dgm:pt>
    <dgm:pt modelId="{D3FD16EF-1C33-4809-946E-7A07049744BE}" type="pres">
      <dgm:prSet presAssocID="{9568ADCF-FB82-454A-A6B2-638B56780B0F}" presName="background" presStyleLbl="node0" presStyleIdx="0" presStyleCnt="2"/>
      <dgm:spPr/>
    </dgm:pt>
    <dgm:pt modelId="{38BB148B-ACF5-4E77-B73C-D97A315169BD}" type="pres">
      <dgm:prSet presAssocID="{9568ADCF-FB82-454A-A6B2-638B56780B0F}" presName="text" presStyleLbl="fgAcc0" presStyleIdx="0" presStyleCnt="2">
        <dgm:presLayoutVars>
          <dgm:chPref val="3"/>
        </dgm:presLayoutVars>
      </dgm:prSet>
      <dgm:spPr/>
    </dgm:pt>
    <dgm:pt modelId="{E5122883-F625-4D50-8FB1-6CCF4C471ABC}" type="pres">
      <dgm:prSet presAssocID="{9568ADCF-FB82-454A-A6B2-638B56780B0F}" presName="hierChild2" presStyleCnt="0"/>
      <dgm:spPr/>
    </dgm:pt>
    <dgm:pt modelId="{3E3ABBAD-36B7-4F0D-860B-7EC14C91B16E}" type="pres">
      <dgm:prSet presAssocID="{07A8B64D-6818-40E7-B484-1C316EBC3458}" presName="hierRoot1" presStyleCnt="0"/>
      <dgm:spPr/>
    </dgm:pt>
    <dgm:pt modelId="{0C02A645-A89A-4E65-BFB1-92D0123116D1}" type="pres">
      <dgm:prSet presAssocID="{07A8B64D-6818-40E7-B484-1C316EBC3458}" presName="composite" presStyleCnt="0"/>
      <dgm:spPr/>
    </dgm:pt>
    <dgm:pt modelId="{B5F05CC9-2898-4256-A933-E8F7EBBC3065}" type="pres">
      <dgm:prSet presAssocID="{07A8B64D-6818-40E7-B484-1C316EBC3458}" presName="background" presStyleLbl="node0" presStyleIdx="1" presStyleCnt="2"/>
      <dgm:spPr/>
    </dgm:pt>
    <dgm:pt modelId="{EBCC26D0-206E-4B19-859D-CCFF7559F5B6}" type="pres">
      <dgm:prSet presAssocID="{07A8B64D-6818-40E7-B484-1C316EBC3458}" presName="text" presStyleLbl="fgAcc0" presStyleIdx="1" presStyleCnt="2">
        <dgm:presLayoutVars>
          <dgm:chPref val="3"/>
        </dgm:presLayoutVars>
      </dgm:prSet>
      <dgm:spPr/>
    </dgm:pt>
    <dgm:pt modelId="{D43FF363-6CB2-4D5C-BCCE-5DDDBED14F04}" type="pres">
      <dgm:prSet presAssocID="{07A8B64D-6818-40E7-B484-1C316EBC3458}" presName="hierChild2" presStyleCnt="0"/>
      <dgm:spPr/>
    </dgm:pt>
  </dgm:ptLst>
  <dgm:cxnLst>
    <dgm:cxn modelId="{027EDC18-1990-421E-827E-0CB6A2C9D9F4}" type="presOf" srcId="{0ECF5B85-A715-4B70-9FCC-76D3902D2F4F}" destId="{5D1D158A-412D-4CBD-B02D-281824150F08}" srcOrd="0" destOrd="0" presId="urn:microsoft.com/office/officeart/2005/8/layout/hierarchy1"/>
    <dgm:cxn modelId="{AAF83325-74D2-4D7E-A1B9-53254D2C3241}" srcId="{0ECF5B85-A715-4B70-9FCC-76D3902D2F4F}" destId="{9568ADCF-FB82-454A-A6B2-638B56780B0F}" srcOrd="0" destOrd="0" parTransId="{A5C14359-70EE-4DB0-8AFA-ABC33B3B94C4}" sibTransId="{657208A0-C0B2-48B5-B27C-9D05D112CBBD}"/>
    <dgm:cxn modelId="{780A1C3B-A481-4DEE-A2B9-BBC842D7BEA6}" srcId="{0ECF5B85-A715-4B70-9FCC-76D3902D2F4F}" destId="{07A8B64D-6818-40E7-B484-1C316EBC3458}" srcOrd="1" destOrd="0" parTransId="{EA53D4E1-E441-42A6-9B6F-39FB0C9ECFB0}" sibTransId="{2B0FBC91-1C65-41A5-B377-F2E87D86F9BF}"/>
    <dgm:cxn modelId="{F6070861-01DF-469E-8F59-5A10A3B7F086}" type="presOf" srcId="{9568ADCF-FB82-454A-A6B2-638B56780B0F}" destId="{38BB148B-ACF5-4E77-B73C-D97A315169BD}" srcOrd="0" destOrd="0" presId="urn:microsoft.com/office/officeart/2005/8/layout/hierarchy1"/>
    <dgm:cxn modelId="{5A713F62-27E8-4B8A-A0A2-8BD99E0F0CFC}" type="presOf" srcId="{07A8B64D-6818-40E7-B484-1C316EBC3458}" destId="{EBCC26D0-206E-4B19-859D-CCFF7559F5B6}" srcOrd="0" destOrd="0" presId="urn:microsoft.com/office/officeart/2005/8/layout/hierarchy1"/>
    <dgm:cxn modelId="{1DB4CAF3-F8E9-44EB-96DE-8CE817F2B462}" type="presParOf" srcId="{5D1D158A-412D-4CBD-B02D-281824150F08}" destId="{F7B94286-C949-464D-96CE-9625E1804E39}" srcOrd="0" destOrd="0" presId="urn:microsoft.com/office/officeart/2005/8/layout/hierarchy1"/>
    <dgm:cxn modelId="{01D6B57E-03E1-40C0-A2BF-C92859F1C1AA}" type="presParOf" srcId="{F7B94286-C949-464D-96CE-9625E1804E39}" destId="{266F62F6-C075-4CB1-84F3-8C26D0C1EB1B}" srcOrd="0" destOrd="0" presId="urn:microsoft.com/office/officeart/2005/8/layout/hierarchy1"/>
    <dgm:cxn modelId="{FDB727BA-CF52-4315-A516-F0BCEF7CF23D}" type="presParOf" srcId="{266F62F6-C075-4CB1-84F3-8C26D0C1EB1B}" destId="{D3FD16EF-1C33-4809-946E-7A07049744BE}" srcOrd="0" destOrd="0" presId="urn:microsoft.com/office/officeart/2005/8/layout/hierarchy1"/>
    <dgm:cxn modelId="{7AD373E3-B81B-4D99-ADE6-8D80AC6F8159}" type="presParOf" srcId="{266F62F6-C075-4CB1-84F3-8C26D0C1EB1B}" destId="{38BB148B-ACF5-4E77-B73C-D97A315169BD}" srcOrd="1" destOrd="0" presId="urn:microsoft.com/office/officeart/2005/8/layout/hierarchy1"/>
    <dgm:cxn modelId="{1389D00C-E0DA-4AED-9C0A-3ABEB8BCD04A}" type="presParOf" srcId="{F7B94286-C949-464D-96CE-9625E1804E39}" destId="{E5122883-F625-4D50-8FB1-6CCF4C471ABC}" srcOrd="1" destOrd="0" presId="urn:microsoft.com/office/officeart/2005/8/layout/hierarchy1"/>
    <dgm:cxn modelId="{B754D7E4-AC12-48CB-8A3B-89959CC02C0C}" type="presParOf" srcId="{5D1D158A-412D-4CBD-B02D-281824150F08}" destId="{3E3ABBAD-36B7-4F0D-860B-7EC14C91B16E}" srcOrd="1" destOrd="0" presId="urn:microsoft.com/office/officeart/2005/8/layout/hierarchy1"/>
    <dgm:cxn modelId="{8C259D2D-0C1F-465B-B731-B32863141490}" type="presParOf" srcId="{3E3ABBAD-36B7-4F0D-860B-7EC14C91B16E}" destId="{0C02A645-A89A-4E65-BFB1-92D0123116D1}" srcOrd="0" destOrd="0" presId="urn:microsoft.com/office/officeart/2005/8/layout/hierarchy1"/>
    <dgm:cxn modelId="{9FD8B46D-DFD2-4991-9983-74C433F0D7B4}" type="presParOf" srcId="{0C02A645-A89A-4E65-BFB1-92D0123116D1}" destId="{B5F05CC9-2898-4256-A933-E8F7EBBC3065}" srcOrd="0" destOrd="0" presId="urn:microsoft.com/office/officeart/2005/8/layout/hierarchy1"/>
    <dgm:cxn modelId="{92EE7711-B2DC-44E5-87D1-FEF285CF4471}" type="presParOf" srcId="{0C02A645-A89A-4E65-BFB1-92D0123116D1}" destId="{EBCC26D0-206E-4B19-859D-CCFF7559F5B6}" srcOrd="1" destOrd="0" presId="urn:microsoft.com/office/officeart/2005/8/layout/hierarchy1"/>
    <dgm:cxn modelId="{A72E0EB9-E04C-43AA-8C28-6F322599EFF8}" type="presParOf" srcId="{3E3ABBAD-36B7-4F0D-860B-7EC14C91B16E}" destId="{D43FF363-6CB2-4D5C-BCCE-5DDDBED14F0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B06A962-B158-4856-BFE9-CD65CA97B0F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7F794A-49CB-4524-A2CE-923D5A011CE7}">
      <dgm:prSet/>
      <dgm:spPr/>
      <dgm:t>
        <a:bodyPr/>
        <a:lstStyle/>
        <a:p>
          <a:r>
            <a:rPr lang="es-ES"/>
            <a:t>var uintNormal uint = 58</a:t>
          </a:r>
          <a:endParaRPr lang="en-US"/>
        </a:p>
      </dgm:t>
    </dgm:pt>
    <dgm:pt modelId="{7C66BBB8-044F-4C80-8142-7095A32D5A1F}" type="parTrans" cxnId="{36F91561-A633-418D-8D63-B237C268D8F2}">
      <dgm:prSet/>
      <dgm:spPr/>
      <dgm:t>
        <a:bodyPr/>
        <a:lstStyle/>
        <a:p>
          <a:endParaRPr lang="en-US"/>
        </a:p>
      </dgm:t>
    </dgm:pt>
    <dgm:pt modelId="{3A198760-1748-457B-9DC3-03B234C9F25D}" type="sibTrans" cxnId="{36F91561-A633-418D-8D63-B237C268D8F2}">
      <dgm:prSet/>
      <dgm:spPr/>
      <dgm:t>
        <a:bodyPr/>
        <a:lstStyle/>
        <a:p>
          <a:endParaRPr lang="en-US"/>
        </a:p>
      </dgm:t>
    </dgm:pt>
    <dgm:pt modelId="{37FF79A0-E20C-42C5-A47C-AEA874388CD0}">
      <dgm:prSet/>
      <dgm:spPr/>
      <dgm:t>
        <a:bodyPr/>
        <a:lstStyle/>
        <a:p>
          <a:r>
            <a:rPr lang="es-ES" dirty="0" err="1"/>
            <a:t>var</a:t>
          </a:r>
          <a:r>
            <a:rPr lang="es-ES" dirty="0"/>
            <a:t> uint8bits uint8 = 255                  // 0 a 255</a:t>
          </a:r>
          <a:endParaRPr lang="en-US" dirty="0"/>
        </a:p>
      </dgm:t>
    </dgm:pt>
    <dgm:pt modelId="{5CC20C33-72F4-485B-9576-E3C6B6C43BE5}" type="parTrans" cxnId="{D4CE85DA-305A-4673-8B89-BBA2EE121571}">
      <dgm:prSet/>
      <dgm:spPr/>
      <dgm:t>
        <a:bodyPr/>
        <a:lstStyle/>
        <a:p>
          <a:endParaRPr lang="en-US"/>
        </a:p>
      </dgm:t>
    </dgm:pt>
    <dgm:pt modelId="{17F53837-3A58-4737-B9A0-AB41613160CC}" type="sibTrans" cxnId="{D4CE85DA-305A-4673-8B89-BBA2EE121571}">
      <dgm:prSet/>
      <dgm:spPr/>
      <dgm:t>
        <a:bodyPr/>
        <a:lstStyle/>
        <a:p>
          <a:endParaRPr lang="en-US"/>
        </a:p>
      </dgm:t>
    </dgm:pt>
    <dgm:pt modelId="{CB875A46-76CA-4921-B57B-5683F743C450}">
      <dgm:prSet/>
      <dgm:spPr/>
      <dgm:t>
        <a:bodyPr/>
        <a:lstStyle/>
        <a:p>
          <a:r>
            <a:rPr lang="es-ES"/>
            <a:t>var uint16bits uint16 = 32767               // 0 a 32767</a:t>
          </a:r>
          <a:endParaRPr lang="en-US"/>
        </a:p>
      </dgm:t>
    </dgm:pt>
    <dgm:pt modelId="{359F092C-A2C9-4561-A78A-AF511EDD33B2}" type="parTrans" cxnId="{5D92480D-5EB7-4FBA-8123-825D5EAE77EC}">
      <dgm:prSet/>
      <dgm:spPr/>
      <dgm:t>
        <a:bodyPr/>
        <a:lstStyle/>
        <a:p>
          <a:endParaRPr lang="en-US"/>
        </a:p>
      </dgm:t>
    </dgm:pt>
    <dgm:pt modelId="{8F28EB2D-3E21-4FAE-BE7D-86289DD02400}" type="sibTrans" cxnId="{5D92480D-5EB7-4FBA-8123-825D5EAE77EC}">
      <dgm:prSet/>
      <dgm:spPr/>
      <dgm:t>
        <a:bodyPr/>
        <a:lstStyle/>
        <a:p>
          <a:endParaRPr lang="en-US"/>
        </a:p>
      </dgm:t>
    </dgm:pt>
    <dgm:pt modelId="{45096D33-4B1B-4C18-BC6A-19B8E15D2335}">
      <dgm:prSet/>
      <dgm:spPr/>
      <dgm:t>
        <a:bodyPr/>
        <a:lstStyle/>
        <a:p>
          <a:r>
            <a:rPr lang="es-ES"/>
            <a:t>var uint32bits uint32 = 2147483647          // 0 a 2147483647</a:t>
          </a:r>
          <a:endParaRPr lang="en-US"/>
        </a:p>
      </dgm:t>
    </dgm:pt>
    <dgm:pt modelId="{80801BC0-771C-416C-BBFD-761CFD915D08}" type="parTrans" cxnId="{37F55476-2062-45D9-8E9E-F8BFE9A8AC42}">
      <dgm:prSet/>
      <dgm:spPr/>
      <dgm:t>
        <a:bodyPr/>
        <a:lstStyle/>
        <a:p>
          <a:endParaRPr lang="en-US"/>
        </a:p>
      </dgm:t>
    </dgm:pt>
    <dgm:pt modelId="{78180E4F-9273-49BF-8699-98E23599AF99}" type="sibTrans" cxnId="{37F55476-2062-45D9-8E9E-F8BFE9A8AC42}">
      <dgm:prSet/>
      <dgm:spPr/>
      <dgm:t>
        <a:bodyPr/>
        <a:lstStyle/>
        <a:p>
          <a:endParaRPr lang="en-US"/>
        </a:p>
      </dgm:t>
    </dgm:pt>
    <dgm:pt modelId="{EC3B45A3-545A-4E8D-9244-AD4163D57E97}">
      <dgm:prSet/>
      <dgm:spPr/>
      <dgm:t>
        <a:bodyPr/>
        <a:lstStyle/>
        <a:p>
          <a:r>
            <a:rPr lang="es-ES"/>
            <a:t>var uint64bits uint64 = 9223372036854775807 // 0 a 9223372036854775807</a:t>
          </a:r>
          <a:endParaRPr lang="en-US"/>
        </a:p>
      </dgm:t>
    </dgm:pt>
    <dgm:pt modelId="{EF1867DA-2AAF-4519-8ED9-F6727F82AE6B}" type="parTrans" cxnId="{183A2ECF-9134-4972-810D-7884F22F088C}">
      <dgm:prSet/>
      <dgm:spPr/>
      <dgm:t>
        <a:bodyPr/>
        <a:lstStyle/>
        <a:p>
          <a:endParaRPr lang="en-US"/>
        </a:p>
      </dgm:t>
    </dgm:pt>
    <dgm:pt modelId="{B5FFB773-AC8C-4CCA-BB40-9BBC2AED8250}" type="sibTrans" cxnId="{183A2ECF-9134-4972-810D-7884F22F088C}">
      <dgm:prSet/>
      <dgm:spPr/>
      <dgm:t>
        <a:bodyPr/>
        <a:lstStyle/>
        <a:p>
          <a:endParaRPr lang="en-US"/>
        </a:p>
      </dgm:t>
    </dgm:pt>
    <dgm:pt modelId="{5AACB939-9BED-4E5E-B612-5EDE9CDDB951}" type="pres">
      <dgm:prSet presAssocID="{9B06A962-B158-4856-BFE9-CD65CA97B0F2}" presName="linear" presStyleCnt="0">
        <dgm:presLayoutVars>
          <dgm:animLvl val="lvl"/>
          <dgm:resizeHandles val="exact"/>
        </dgm:presLayoutVars>
      </dgm:prSet>
      <dgm:spPr/>
    </dgm:pt>
    <dgm:pt modelId="{EC8CAE8A-3CE2-448E-9FE0-3F6822A430E0}" type="pres">
      <dgm:prSet presAssocID="{0E7F794A-49CB-4524-A2CE-923D5A011CE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F2339EE-84BD-4B3A-917A-51A616D00D2C}" type="pres">
      <dgm:prSet presAssocID="{3A198760-1748-457B-9DC3-03B234C9F25D}" presName="spacer" presStyleCnt="0"/>
      <dgm:spPr/>
    </dgm:pt>
    <dgm:pt modelId="{C1AC9265-B649-418D-8269-A40690D7DA5D}" type="pres">
      <dgm:prSet presAssocID="{37FF79A0-E20C-42C5-A47C-AEA874388CD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733B80E-A204-43E3-BA3C-987020225A73}" type="pres">
      <dgm:prSet presAssocID="{17F53837-3A58-4737-B9A0-AB41613160CC}" presName="spacer" presStyleCnt="0"/>
      <dgm:spPr/>
    </dgm:pt>
    <dgm:pt modelId="{BF8906EC-962F-4FA8-9EE7-D2F5C5341358}" type="pres">
      <dgm:prSet presAssocID="{CB875A46-76CA-4921-B57B-5683F743C45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CA11C8E-968C-4228-A468-54FD1FC0D501}" type="pres">
      <dgm:prSet presAssocID="{8F28EB2D-3E21-4FAE-BE7D-86289DD02400}" presName="spacer" presStyleCnt="0"/>
      <dgm:spPr/>
    </dgm:pt>
    <dgm:pt modelId="{7AC6AF19-E789-45FB-ACD7-518B21A00CD2}" type="pres">
      <dgm:prSet presAssocID="{45096D33-4B1B-4C18-BC6A-19B8E15D233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F3B5F89-A950-45BD-890D-B8CC85B6A2A2}" type="pres">
      <dgm:prSet presAssocID="{78180E4F-9273-49BF-8699-98E23599AF99}" presName="spacer" presStyleCnt="0"/>
      <dgm:spPr/>
    </dgm:pt>
    <dgm:pt modelId="{56270431-8522-4D8D-875A-7AD9631832F9}" type="pres">
      <dgm:prSet presAssocID="{EC3B45A3-545A-4E8D-9244-AD4163D57E9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D92480D-5EB7-4FBA-8123-825D5EAE77EC}" srcId="{9B06A962-B158-4856-BFE9-CD65CA97B0F2}" destId="{CB875A46-76CA-4921-B57B-5683F743C450}" srcOrd="2" destOrd="0" parTransId="{359F092C-A2C9-4561-A78A-AF511EDD33B2}" sibTransId="{8F28EB2D-3E21-4FAE-BE7D-86289DD02400}"/>
    <dgm:cxn modelId="{7A78F25D-AA76-4480-AFC1-87CAFEE7850D}" type="presOf" srcId="{0E7F794A-49CB-4524-A2CE-923D5A011CE7}" destId="{EC8CAE8A-3CE2-448E-9FE0-3F6822A430E0}" srcOrd="0" destOrd="0" presId="urn:microsoft.com/office/officeart/2005/8/layout/vList2"/>
    <dgm:cxn modelId="{36F91561-A633-418D-8D63-B237C268D8F2}" srcId="{9B06A962-B158-4856-BFE9-CD65CA97B0F2}" destId="{0E7F794A-49CB-4524-A2CE-923D5A011CE7}" srcOrd="0" destOrd="0" parTransId="{7C66BBB8-044F-4C80-8142-7095A32D5A1F}" sibTransId="{3A198760-1748-457B-9DC3-03B234C9F25D}"/>
    <dgm:cxn modelId="{37F55476-2062-45D9-8E9E-F8BFE9A8AC42}" srcId="{9B06A962-B158-4856-BFE9-CD65CA97B0F2}" destId="{45096D33-4B1B-4C18-BC6A-19B8E15D2335}" srcOrd="3" destOrd="0" parTransId="{80801BC0-771C-416C-BBFD-761CFD915D08}" sibTransId="{78180E4F-9273-49BF-8699-98E23599AF99}"/>
    <dgm:cxn modelId="{B6FD50C3-9925-4641-8175-111E73CE72C3}" type="presOf" srcId="{EC3B45A3-545A-4E8D-9244-AD4163D57E97}" destId="{56270431-8522-4D8D-875A-7AD9631832F9}" srcOrd="0" destOrd="0" presId="urn:microsoft.com/office/officeart/2005/8/layout/vList2"/>
    <dgm:cxn modelId="{183A2ECF-9134-4972-810D-7884F22F088C}" srcId="{9B06A962-B158-4856-BFE9-CD65CA97B0F2}" destId="{EC3B45A3-545A-4E8D-9244-AD4163D57E97}" srcOrd="4" destOrd="0" parTransId="{EF1867DA-2AAF-4519-8ED9-F6727F82AE6B}" sibTransId="{B5FFB773-AC8C-4CCA-BB40-9BBC2AED8250}"/>
    <dgm:cxn modelId="{84F24BD7-65D6-4D31-8394-0DAE622BA224}" type="presOf" srcId="{9B06A962-B158-4856-BFE9-CD65CA97B0F2}" destId="{5AACB939-9BED-4E5E-B612-5EDE9CDDB951}" srcOrd="0" destOrd="0" presId="urn:microsoft.com/office/officeart/2005/8/layout/vList2"/>
    <dgm:cxn modelId="{D4CE85DA-305A-4673-8B89-BBA2EE121571}" srcId="{9B06A962-B158-4856-BFE9-CD65CA97B0F2}" destId="{37FF79A0-E20C-42C5-A47C-AEA874388CD0}" srcOrd="1" destOrd="0" parTransId="{5CC20C33-72F4-485B-9576-E3C6B6C43BE5}" sibTransId="{17F53837-3A58-4737-B9A0-AB41613160CC}"/>
    <dgm:cxn modelId="{78E053ED-C147-455D-A4CF-6624CE357C9A}" type="presOf" srcId="{45096D33-4B1B-4C18-BC6A-19B8E15D2335}" destId="{7AC6AF19-E789-45FB-ACD7-518B21A00CD2}" srcOrd="0" destOrd="0" presId="urn:microsoft.com/office/officeart/2005/8/layout/vList2"/>
    <dgm:cxn modelId="{38E13BF0-7A05-43F9-B8A3-AD221FB89EAB}" type="presOf" srcId="{CB875A46-76CA-4921-B57B-5683F743C450}" destId="{BF8906EC-962F-4FA8-9EE7-D2F5C5341358}" srcOrd="0" destOrd="0" presId="urn:microsoft.com/office/officeart/2005/8/layout/vList2"/>
    <dgm:cxn modelId="{122580F5-A03A-47AE-939D-5E4E0D4B8C4F}" type="presOf" srcId="{37FF79A0-E20C-42C5-A47C-AEA874388CD0}" destId="{C1AC9265-B649-418D-8269-A40690D7DA5D}" srcOrd="0" destOrd="0" presId="urn:microsoft.com/office/officeart/2005/8/layout/vList2"/>
    <dgm:cxn modelId="{7F87C5C1-B6F2-4E14-9E38-3040F1409677}" type="presParOf" srcId="{5AACB939-9BED-4E5E-B612-5EDE9CDDB951}" destId="{EC8CAE8A-3CE2-448E-9FE0-3F6822A430E0}" srcOrd="0" destOrd="0" presId="urn:microsoft.com/office/officeart/2005/8/layout/vList2"/>
    <dgm:cxn modelId="{F277B312-E649-4D5C-999A-509B834933E9}" type="presParOf" srcId="{5AACB939-9BED-4E5E-B612-5EDE9CDDB951}" destId="{4F2339EE-84BD-4B3A-917A-51A616D00D2C}" srcOrd="1" destOrd="0" presId="urn:microsoft.com/office/officeart/2005/8/layout/vList2"/>
    <dgm:cxn modelId="{AB09C2A1-CE3E-45FB-87CC-C5B7A235C97B}" type="presParOf" srcId="{5AACB939-9BED-4E5E-B612-5EDE9CDDB951}" destId="{C1AC9265-B649-418D-8269-A40690D7DA5D}" srcOrd="2" destOrd="0" presId="urn:microsoft.com/office/officeart/2005/8/layout/vList2"/>
    <dgm:cxn modelId="{EA400EC8-3704-4F14-A256-8B19AA6C219A}" type="presParOf" srcId="{5AACB939-9BED-4E5E-B612-5EDE9CDDB951}" destId="{A733B80E-A204-43E3-BA3C-987020225A73}" srcOrd="3" destOrd="0" presId="urn:microsoft.com/office/officeart/2005/8/layout/vList2"/>
    <dgm:cxn modelId="{DBB47D63-5C74-4C22-88F1-14F94EF4180D}" type="presParOf" srcId="{5AACB939-9BED-4E5E-B612-5EDE9CDDB951}" destId="{BF8906EC-962F-4FA8-9EE7-D2F5C5341358}" srcOrd="4" destOrd="0" presId="urn:microsoft.com/office/officeart/2005/8/layout/vList2"/>
    <dgm:cxn modelId="{CB108AD8-AB71-4D29-9F45-BCB0638C1412}" type="presParOf" srcId="{5AACB939-9BED-4E5E-B612-5EDE9CDDB951}" destId="{1CA11C8E-968C-4228-A468-54FD1FC0D501}" srcOrd="5" destOrd="0" presId="urn:microsoft.com/office/officeart/2005/8/layout/vList2"/>
    <dgm:cxn modelId="{85EC8B7C-A3E6-4A42-B59D-27BBF5CF819F}" type="presParOf" srcId="{5AACB939-9BED-4E5E-B612-5EDE9CDDB951}" destId="{7AC6AF19-E789-45FB-ACD7-518B21A00CD2}" srcOrd="6" destOrd="0" presId="urn:microsoft.com/office/officeart/2005/8/layout/vList2"/>
    <dgm:cxn modelId="{CFBCF36D-26C3-4C15-BB5E-2FF761CC5CFB}" type="presParOf" srcId="{5AACB939-9BED-4E5E-B612-5EDE9CDDB951}" destId="{1F3B5F89-A950-45BD-890D-B8CC85B6A2A2}" srcOrd="7" destOrd="0" presId="urn:microsoft.com/office/officeart/2005/8/layout/vList2"/>
    <dgm:cxn modelId="{1734511E-2080-4B1C-98AF-D3882572E5C7}" type="presParOf" srcId="{5AACB939-9BED-4E5E-B612-5EDE9CDDB951}" destId="{56270431-8522-4D8D-875A-7AD9631832F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F08B68A-5837-4735-9B47-49FE33736754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D8A66CE-5663-4C2B-B4C8-44C81E3DB4A4}">
      <dgm:prSet/>
      <dgm:spPr/>
      <dgm:t>
        <a:bodyPr/>
        <a:lstStyle/>
        <a:p>
          <a:r>
            <a:rPr lang="da-DK"/>
            <a:t>var valorVerdadero bool = true</a:t>
          </a:r>
          <a:endParaRPr lang="en-US"/>
        </a:p>
      </dgm:t>
    </dgm:pt>
    <dgm:pt modelId="{E518AED1-47CD-444A-9A59-09C463297A7C}" type="parTrans" cxnId="{4069F8F6-832A-40F1-979D-917B7EA88913}">
      <dgm:prSet/>
      <dgm:spPr/>
      <dgm:t>
        <a:bodyPr/>
        <a:lstStyle/>
        <a:p>
          <a:endParaRPr lang="en-US"/>
        </a:p>
      </dgm:t>
    </dgm:pt>
    <dgm:pt modelId="{D13E0147-7294-43B2-9DC5-A14B0431B9A7}" type="sibTrans" cxnId="{4069F8F6-832A-40F1-979D-917B7EA88913}">
      <dgm:prSet/>
      <dgm:spPr/>
      <dgm:t>
        <a:bodyPr/>
        <a:lstStyle/>
        <a:p>
          <a:endParaRPr lang="en-US"/>
        </a:p>
      </dgm:t>
    </dgm:pt>
    <dgm:pt modelId="{0C2EAD38-659E-4FB7-8C27-1EEEFF48E805}">
      <dgm:prSet/>
      <dgm:spPr/>
      <dgm:t>
        <a:bodyPr/>
        <a:lstStyle/>
        <a:p>
          <a:r>
            <a:rPr lang="da-DK"/>
            <a:t>var valorFalso bool = false</a:t>
          </a:r>
          <a:endParaRPr lang="en-US"/>
        </a:p>
      </dgm:t>
    </dgm:pt>
    <dgm:pt modelId="{52E9D832-53A6-4701-B382-30B2260386CD}" type="parTrans" cxnId="{60CDC218-76BC-4C2E-B6CF-AC14EA63D486}">
      <dgm:prSet/>
      <dgm:spPr/>
      <dgm:t>
        <a:bodyPr/>
        <a:lstStyle/>
        <a:p>
          <a:endParaRPr lang="en-US"/>
        </a:p>
      </dgm:t>
    </dgm:pt>
    <dgm:pt modelId="{1CA513A8-5B43-4566-A348-E00505CC5838}" type="sibTrans" cxnId="{60CDC218-76BC-4C2E-B6CF-AC14EA63D486}">
      <dgm:prSet/>
      <dgm:spPr/>
      <dgm:t>
        <a:bodyPr/>
        <a:lstStyle/>
        <a:p>
          <a:endParaRPr lang="en-US"/>
        </a:p>
      </dgm:t>
    </dgm:pt>
    <dgm:pt modelId="{535D679E-45B5-4B66-A7E9-0C1AB57363D0}" type="pres">
      <dgm:prSet presAssocID="{4F08B68A-5837-4735-9B47-49FE33736754}" presName="linear" presStyleCnt="0">
        <dgm:presLayoutVars>
          <dgm:dir/>
          <dgm:animLvl val="lvl"/>
          <dgm:resizeHandles val="exact"/>
        </dgm:presLayoutVars>
      </dgm:prSet>
      <dgm:spPr/>
    </dgm:pt>
    <dgm:pt modelId="{6C9C6A10-5EFF-4D0B-AB94-53B349325E7F}" type="pres">
      <dgm:prSet presAssocID="{7D8A66CE-5663-4C2B-B4C8-44C81E3DB4A4}" presName="parentLin" presStyleCnt="0"/>
      <dgm:spPr/>
    </dgm:pt>
    <dgm:pt modelId="{2E08CDCB-7F16-4849-A5A0-01331ACB3235}" type="pres">
      <dgm:prSet presAssocID="{7D8A66CE-5663-4C2B-B4C8-44C81E3DB4A4}" presName="parentLeftMargin" presStyleLbl="node1" presStyleIdx="0" presStyleCnt="2"/>
      <dgm:spPr/>
    </dgm:pt>
    <dgm:pt modelId="{E87B480C-971D-4669-A943-FD81701C3A54}" type="pres">
      <dgm:prSet presAssocID="{7D8A66CE-5663-4C2B-B4C8-44C81E3DB4A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7500257-1FFA-4553-A2F7-468831F4E3F0}" type="pres">
      <dgm:prSet presAssocID="{7D8A66CE-5663-4C2B-B4C8-44C81E3DB4A4}" presName="negativeSpace" presStyleCnt="0"/>
      <dgm:spPr/>
    </dgm:pt>
    <dgm:pt modelId="{D2EF5193-99DE-40DE-B0E6-07BCB033013D}" type="pres">
      <dgm:prSet presAssocID="{7D8A66CE-5663-4C2B-B4C8-44C81E3DB4A4}" presName="childText" presStyleLbl="conFgAcc1" presStyleIdx="0" presStyleCnt="2">
        <dgm:presLayoutVars>
          <dgm:bulletEnabled val="1"/>
        </dgm:presLayoutVars>
      </dgm:prSet>
      <dgm:spPr/>
    </dgm:pt>
    <dgm:pt modelId="{7C231A43-0FB5-4AD9-A364-225865CBFC5E}" type="pres">
      <dgm:prSet presAssocID="{D13E0147-7294-43B2-9DC5-A14B0431B9A7}" presName="spaceBetweenRectangles" presStyleCnt="0"/>
      <dgm:spPr/>
    </dgm:pt>
    <dgm:pt modelId="{A8B6DAA0-90A5-471F-8136-E47E59EF7FE2}" type="pres">
      <dgm:prSet presAssocID="{0C2EAD38-659E-4FB7-8C27-1EEEFF48E805}" presName="parentLin" presStyleCnt="0"/>
      <dgm:spPr/>
    </dgm:pt>
    <dgm:pt modelId="{0E962C74-8CB8-4ED2-A3B1-30BA6088EAD0}" type="pres">
      <dgm:prSet presAssocID="{0C2EAD38-659E-4FB7-8C27-1EEEFF48E805}" presName="parentLeftMargin" presStyleLbl="node1" presStyleIdx="0" presStyleCnt="2"/>
      <dgm:spPr/>
    </dgm:pt>
    <dgm:pt modelId="{1AE837AF-3C3B-4E17-8155-5DF3509D40D6}" type="pres">
      <dgm:prSet presAssocID="{0C2EAD38-659E-4FB7-8C27-1EEEFF48E80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F1312F4-2DF8-4F4F-8835-97C74134EEBC}" type="pres">
      <dgm:prSet presAssocID="{0C2EAD38-659E-4FB7-8C27-1EEEFF48E805}" presName="negativeSpace" presStyleCnt="0"/>
      <dgm:spPr/>
    </dgm:pt>
    <dgm:pt modelId="{5795DDF5-B8E0-4986-8820-303378483991}" type="pres">
      <dgm:prSet presAssocID="{0C2EAD38-659E-4FB7-8C27-1EEEFF48E80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0CDC218-76BC-4C2E-B6CF-AC14EA63D486}" srcId="{4F08B68A-5837-4735-9B47-49FE33736754}" destId="{0C2EAD38-659E-4FB7-8C27-1EEEFF48E805}" srcOrd="1" destOrd="0" parTransId="{52E9D832-53A6-4701-B382-30B2260386CD}" sibTransId="{1CA513A8-5B43-4566-A348-E00505CC5838}"/>
    <dgm:cxn modelId="{6C290A3A-6E0E-4C02-AABC-AB05D5DDB309}" type="presOf" srcId="{0C2EAD38-659E-4FB7-8C27-1EEEFF48E805}" destId="{1AE837AF-3C3B-4E17-8155-5DF3509D40D6}" srcOrd="1" destOrd="0" presId="urn:microsoft.com/office/officeart/2005/8/layout/list1"/>
    <dgm:cxn modelId="{C947C462-91F0-402A-B09D-61254C86911A}" type="presOf" srcId="{0C2EAD38-659E-4FB7-8C27-1EEEFF48E805}" destId="{0E962C74-8CB8-4ED2-A3B1-30BA6088EAD0}" srcOrd="0" destOrd="0" presId="urn:microsoft.com/office/officeart/2005/8/layout/list1"/>
    <dgm:cxn modelId="{CAD00070-A425-430B-8119-82946CA2F535}" type="presOf" srcId="{7D8A66CE-5663-4C2B-B4C8-44C81E3DB4A4}" destId="{2E08CDCB-7F16-4849-A5A0-01331ACB3235}" srcOrd="0" destOrd="0" presId="urn:microsoft.com/office/officeart/2005/8/layout/list1"/>
    <dgm:cxn modelId="{CDD13884-6526-4E21-9BD9-0E0F9462A0CE}" type="presOf" srcId="{4F08B68A-5837-4735-9B47-49FE33736754}" destId="{535D679E-45B5-4B66-A7E9-0C1AB57363D0}" srcOrd="0" destOrd="0" presId="urn:microsoft.com/office/officeart/2005/8/layout/list1"/>
    <dgm:cxn modelId="{B20505F0-D0EB-4F75-B074-7EF767261C86}" type="presOf" srcId="{7D8A66CE-5663-4C2B-B4C8-44C81E3DB4A4}" destId="{E87B480C-971D-4669-A943-FD81701C3A54}" srcOrd="1" destOrd="0" presId="urn:microsoft.com/office/officeart/2005/8/layout/list1"/>
    <dgm:cxn modelId="{4069F8F6-832A-40F1-979D-917B7EA88913}" srcId="{4F08B68A-5837-4735-9B47-49FE33736754}" destId="{7D8A66CE-5663-4C2B-B4C8-44C81E3DB4A4}" srcOrd="0" destOrd="0" parTransId="{E518AED1-47CD-444A-9A59-09C463297A7C}" sibTransId="{D13E0147-7294-43B2-9DC5-A14B0431B9A7}"/>
    <dgm:cxn modelId="{E7EF8B49-1D97-4C01-88B2-31DAA79A3AEC}" type="presParOf" srcId="{535D679E-45B5-4B66-A7E9-0C1AB57363D0}" destId="{6C9C6A10-5EFF-4D0B-AB94-53B349325E7F}" srcOrd="0" destOrd="0" presId="urn:microsoft.com/office/officeart/2005/8/layout/list1"/>
    <dgm:cxn modelId="{E9E19075-6014-4F67-B756-695003A20C60}" type="presParOf" srcId="{6C9C6A10-5EFF-4D0B-AB94-53B349325E7F}" destId="{2E08CDCB-7F16-4849-A5A0-01331ACB3235}" srcOrd="0" destOrd="0" presId="urn:microsoft.com/office/officeart/2005/8/layout/list1"/>
    <dgm:cxn modelId="{7D3C5C05-91DB-4A99-A730-B16F19D3D739}" type="presParOf" srcId="{6C9C6A10-5EFF-4D0B-AB94-53B349325E7F}" destId="{E87B480C-971D-4669-A943-FD81701C3A54}" srcOrd="1" destOrd="0" presId="urn:microsoft.com/office/officeart/2005/8/layout/list1"/>
    <dgm:cxn modelId="{79F9FD50-2085-44EA-93A9-8D2BF17E8B0A}" type="presParOf" srcId="{535D679E-45B5-4B66-A7E9-0C1AB57363D0}" destId="{77500257-1FFA-4553-A2F7-468831F4E3F0}" srcOrd="1" destOrd="0" presId="urn:microsoft.com/office/officeart/2005/8/layout/list1"/>
    <dgm:cxn modelId="{DAFF5899-2809-48A4-8B30-DF45D7F3F292}" type="presParOf" srcId="{535D679E-45B5-4B66-A7E9-0C1AB57363D0}" destId="{D2EF5193-99DE-40DE-B0E6-07BCB033013D}" srcOrd="2" destOrd="0" presId="urn:microsoft.com/office/officeart/2005/8/layout/list1"/>
    <dgm:cxn modelId="{4FD8068D-C30A-4B4C-B717-072D7CBDBB96}" type="presParOf" srcId="{535D679E-45B5-4B66-A7E9-0C1AB57363D0}" destId="{7C231A43-0FB5-4AD9-A364-225865CBFC5E}" srcOrd="3" destOrd="0" presId="urn:microsoft.com/office/officeart/2005/8/layout/list1"/>
    <dgm:cxn modelId="{038435C1-4ACD-4AF9-8856-4D38E14FE481}" type="presParOf" srcId="{535D679E-45B5-4B66-A7E9-0C1AB57363D0}" destId="{A8B6DAA0-90A5-471F-8136-E47E59EF7FE2}" srcOrd="4" destOrd="0" presId="urn:microsoft.com/office/officeart/2005/8/layout/list1"/>
    <dgm:cxn modelId="{D95BA9B3-6DD4-413B-AAC3-7A5D71B2A94F}" type="presParOf" srcId="{A8B6DAA0-90A5-471F-8136-E47E59EF7FE2}" destId="{0E962C74-8CB8-4ED2-A3B1-30BA6088EAD0}" srcOrd="0" destOrd="0" presId="urn:microsoft.com/office/officeart/2005/8/layout/list1"/>
    <dgm:cxn modelId="{B9272245-A41B-4D18-B685-274D5340EBB6}" type="presParOf" srcId="{A8B6DAA0-90A5-471F-8136-E47E59EF7FE2}" destId="{1AE837AF-3C3B-4E17-8155-5DF3509D40D6}" srcOrd="1" destOrd="0" presId="urn:microsoft.com/office/officeart/2005/8/layout/list1"/>
    <dgm:cxn modelId="{6895F9F4-7F76-49EE-A546-61BAF1FF9DBC}" type="presParOf" srcId="{535D679E-45B5-4B66-A7E9-0C1AB57363D0}" destId="{5F1312F4-2DF8-4F4F-8835-97C74134EEBC}" srcOrd="5" destOrd="0" presId="urn:microsoft.com/office/officeart/2005/8/layout/list1"/>
    <dgm:cxn modelId="{ECC7D809-1039-4F3E-8863-F7C57368F411}" type="presParOf" srcId="{535D679E-45B5-4B66-A7E9-0C1AB57363D0}" destId="{5795DDF5-B8E0-4986-8820-30337848399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24CEC4B-7C0E-4163-AE12-DD65648ABEC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8B234A0-1DAD-410E-B052-AF0E54147ABF}">
      <dgm:prSet/>
      <dgm:spPr/>
      <dgm:t>
        <a:bodyPr/>
        <a:lstStyle/>
        <a:p>
          <a:r>
            <a:rPr lang="es-ES"/>
            <a:t>// Con la librería [math], puedo acceder a los rangos de los valores.</a:t>
          </a:r>
          <a:endParaRPr lang="en-US"/>
        </a:p>
      </dgm:t>
    </dgm:pt>
    <dgm:pt modelId="{28DE5E7A-2D1F-462E-A522-9AE8C020878C}" type="parTrans" cxnId="{6B7F63CF-ECE1-43DF-B410-7F296EFC12A8}">
      <dgm:prSet/>
      <dgm:spPr/>
      <dgm:t>
        <a:bodyPr/>
        <a:lstStyle/>
        <a:p>
          <a:endParaRPr lang="en-US"/>
        </a:p>
      </dgm:t>
    </dgm:pt>
    <dgm:pt modelId="{CD7B7398-2A38-418C-AA94-62F1EE1456D9}" type="sibTrans" cxnId="{6B7F63CF-ECE1-43DF-B410-7F296EFC12A8}">
      <dgm:prSet/>
      <dgm:spPr/>
      <dgm:t>
        <a:bodyPr/>
        <a:lstStyle/>
        <a:p>
          <a:endParaRPr lang="en-US"/>
        </a:p>
      </dgm:t>
    </dgm:pt>
    <dgm:pt modelId="{C552AC50-AE8F-4F70-8C39-3FDCFE396472}">
      <dgm:prSet/>
      <dgm:spPr/>
      <dgm:t>
        <a:bodyPr/>
        <a:lstStyle/>
        <a:p>
          <a:r>
            <a:rPr lang="es-ES" dirty="0" err="1"/>
            <a:t>var</a:t>
          </a:r>
          <a:r>
            <a:rPr lang="es-ES" dirty="0"/>
            <a:t> valorMinFloat32 = math.SmallestNonzeroFloat32</a:t>
          </a:r>
          <a:endParaRPr lang="en-US" dirty="0"/>
        </a:p>
      </dgm:t>
    </dgm:pt>
    <dgm:pt modelId="{7BB6545E-E33C-43D8-A7C1-996B43E5C350}" type="parTrans" cxnId="{CD28D9C2-AE31-4894-8F19-4A8ECBBCE831}">
      <dgm:prSet/>
      <dgm:spPr/>
      <dgm:t>
        <a:bodyPr/>
        <a:lstStyle/>
        <a:p>
          <a:endParaRPr lang="en-US"/>
        </a:p>
      </dgm:t>
    </dgm:pt>
    <dgm:pt modelId="{08DB84E3-65F5-41C7-AEC6-FF488A3F5DB0}" type="sibTrans" cxnId="{CD28D9C2-AE31-4894-8F19-4A8ECBBCE831}">
      <dgm:prSet/>
      <dgm:spPr/>
      <dgm:t>
        <a:bodyPr/>
        <a:lstStyle/>
        <a:p>
          <a:endParaRPr lang="en-US"/>
        </a:p>
      </dgm:t>
    </dgm:pt>
    <dgm:pt modelId="{B236B3CA-A43E-44A4-A280-F9511FF54977}">
      <dgm:prSet/>
      <dgm:spPr/>
      <dgm:t>
        <a:bodyPr/>
        <a:lstStyle/>
        <a:p>
          <a:r>
            <a:rPr lang="es-ES"/>
            <a:t>var valorMaxFloat32 = math.MaxFloat32</a:t>
          </a:r>
          <a:endParaRPr lang="en-US"/>
        </a:p>
      </dgm:t>
    </dgm:pt>
    <dgm:pt modelId="{628AAAC0-7B67-4372-BA72-C867B49B9657}" type="parTrans" cxnId="{B58EE597-9070-489F-AFB1-A9AE0193C741}">
      <dgm:prSet/>
      <dgm:spPr/>
      <dgm:t>
        <a:bodyPr/>
        <a:lstStyle/>
        <a:p>
          <a:endParaRPr lang="en-US"/>
        </a:p>
      </dgm:t>
    </dgm:pt>
    <dgm:pt modelId="{416EEC31-7A9C-485F-A085-7F2DFB6A6661}" type="sibTrans" cxnId="{B58EE597-9070-489F-AFB1-A9AE0193C741}">
      <dgm:prSet/>
      <dgm:spPr/>
      <dgm:t>
        <a:bodyPr/>
        <a:lstStyle/>
        <a:p>
          <a:endParaRPr lang="en-US"/>
        </a:p>
      </dgm:t>
    </dgm:pt>
    <dgm:pt modelId="{EF8FAAB0-8569-4C91-8940-508D1D8A4CAF}">
      <dgm:prSet/>
      <dgm:spPr/>
      <dgm:t>
        <a:bodyPr/>
        <a:lstStyle/>
        <a:p>
          <a:r>
            <a:rPr lang="es-ES"/>
            <a:t>var valorMinFloat64 = math.SmallestNonzeroFloat64</a:t>
          </a:r>
          <a:endParaRPr lang="en-US"/>
        </a:p>
      </dgm:t>
    </dgm:pt>
    <dgm:pt modelId="{BBC2759B-959F-4301-AB1C-29AC585B8BFA}" type="parTrans" cxnId="{D912F616-CA0B-44B4-AB9E-9E7BAE19D8EE}">
      <dgm:prSet/>
      <dgm:spPr/>
      <dgm:t>
        <a:bodyPr/>
        <a:lstStyle/>
        <a:p>
          <a:endParaRPr lang="en-US"/>
        </a:p>
      </dgm:t>
    </dgm:pt>
    <dgm:pt modelId="{043B5F40-3257-4872-8E15-38D679E144CB}" type="sibTrans" cxnId="{D912F616-CA0B-44B4-AB9E-9E7BAE19D8EE}">
      <dgm:prSet/>
      <dgm:spPr/>
      <dgm:t>
        <a:bodyPr/>
        <a:lstStyle/>
        <a:p>
          <a:endParaRPr lang="en-US"/>
        </a:p>
      </dgm:t>
    </dgm:pt>
    <dgm:pt modelId="{F54B767F-CD3D-4EC2-B8DA-579E7C911DEB}">
      <dgm:prSet/>
      <dgm:spPr/>
      <dgm:t>
        <a:bodyPr/>
        <a:lstStyle/>
        <a:p>
          <a:r>
            <a:rPr lang="es-ES"/>
            <a:t>var valorMaxFloat64 = math.MaxFloat64</a:t>
          </a:r>
          <a:endParaRPr lang="en-US"/>
        </a:p>
      </dgm:t>
    </dgm:pt>
    <dgm:pt modelId="{AEA4A53D-3830-4A99-890C-718B4591F00D}" type="parTrans" cxnId="{B1E71798-D9B6-423C-A510-95EBC434EECB}">
      <dgm:prSet/>
      <dgm:spPr/>
      <dgm:t>
        <a:bodyPr/>
        <a:lstStyle/>
        <a:p>
          <a:endParaRPr lang="en-US"/>
        </a:p>
      </dgm:t>
    </dgm:pt>
    <dgm:pt modelId="{E5236041-509F-472A-912F-C9DF88EE78C9}" type="sibTrans" cxnId="{B1E71798-D9B6-423C-A510-95EBC434EECB}">
      <dgm:prSet/>
      <dgm:spPr/>
      <dgm:t>
        <a:bodyPr/>
        <a:lstStyle/>
        <a:p>
          <a:endParaRPr lang="en-US"/>
        </a:p>
      </dgm:t>
    </dgm:pt>
    <dgm:pt modelId="{0C30925A-9710-4027-92A8-7F506D66E44F}" type="pres">
      <dgm:prSet presAssocID="{924CEC4B-7C0E-4163-AE12-DD65648ABECC}" presName="linear" presStyleCnt="0">
        <dgm:presLayoutVars>
          <dgm:animLvl val="lvl"/>
          <dgm:resizeHandles val="exact"/>
        </dgm:presLayoutVars>
      </dgm:prSet>
      <dgm:spPr/>
    </dgm:pt>
    <dgm:pt modelId="{FC09845E-B1C4-461C-9E58-9FAFFB783FD5}" type="pres">
      <dgm:prSet presAssocID="{28B234A0-1DAD-410E-B052-AF0E54147ABF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CD6A5170-34A8-4D52-83A7-47E04EFA33F1}" type="pres">
      <dgm:prSet presAssocID="{28B234A0-1DAD-410E-B052-AF0E54147AB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D912F616-CA0B-44B4-AB9E-9E7BAE19D8EE}" srcId="{28B234A0-1DAD-410E-B052-AF0E54147ABF}" destId="{EF8FAAB0-8569-4C91-8940-508D1D8A4CAF}" srcOrd="2" destOrd="0" parTransId="{BBC2759B-959F-4301-AB1C-29AC585B8BFA}" sibTransId="{043B5F40-3257-4872-8E15-38D679E144CB}"/>
    <dgm:cxn modelId="{E668881C-E807-42C0-AB93-FD6F32CD7112}" type="presOf" srcId="{EF8FAAB0-8569-4C91-8940-508D1D8A4CAF}" destId="{CD6A5170-34A8-4D52-83A7-47E04EFA33F1}" srcOrd="0" destOrd="2" presId="urn:microsoft.com/office/officeart/2005/8/layout/vList2"/>
    <dgm:cxn modelId="{0A46CF40-515C-4DD8-AC6E-E13E07C3DBD9}" type="presOf" srcId="{28B234A0-1DAD-410E-B052-AF0E54147ABF}" destId="{FC09845E-B1C4-461C-9E58-9FAFFB783FD5}" srcOrd="0" destOrd="0" presId="urn:microsoft.com/office/officeart/2005/8/layout/vList2"/>
    <dgm:cxn modelId="{71E97989-CE81-4A40-80C6-8D88152B5199}" type="presOf" srcId="{924CEC4B-7C0E-4163-AE12-DD65648ABECC}" destId="{0C30925A-9710-4027-92A8-7F506D66E44F}" srcOrd="0" destOrd="0" presId="urn:microsoft.com/office/officeart/2005/8/layout/vList2"/>
    <dgm:cxn modelId="{B58EE597-9070-489F-AFB1-A9AE0193C741}" srcId="{28B234A0-1DAD-410E-B052-AF0E54147ABF}" destId="{B236B3CA-A43E-44A4-A280-F9511FF54977}" srcOrd="1" destOrd="0" parTransId="{628AAAC0-7B67-4372-BA72-C867B49B9657}" sibTransId="{416EEC31-7A9C-485F-A085-7F2DFB6A6661}"/>
    <dgm:cxn modelId="{B1E71798-D9B6-423C-A510-95EBC434EECB}" srcId="{28B234A0-1DAD-410E-B052-AF0E54147ABF}" destId="{F54B767F-CD3D-4EC2-B8DA-579E7C911DEB}" srcOrd="3" destOrd="0" parTransId="{AEA4A53D-3830-4A99-890C-718B4591F00D}" sibTransId="{E5236041-509F-472A-912F-C9DF88EE78C9}"/>
    <dgm:cxn modelId="{40B76FAD-3E6E-4E52-8A57-5FB742E23913}" type="presOf" srcId="{C552AC50-AE8F-4F70-8C39-3FDCFE396472}" destId="{CD6A5170-34A8-4D52-83A7-47E04EFA33F1}" srcOrd="0" destOrd="0" presId="urn:microsoft.com/office/officeart/2005/8/layout/vList2"/>
    <dgm:cxn modelId="{CD28D9C2-AE31-4894-8F19-4A8ECBBCE831}" srcId="{28B234A0-1DAD-410E-B052-AF0E54147ABF}" destId="{C552AC50-AE8F-4F70-8C39-3FDCFE396472}" srcOrd="0" destOrd="0" parTransId="{7BB6545E-E33C-43D8-A7C1-996B43E5C350}" sibTransId="{08DB84E3-65F5-41C7-AEC6-FF488A3F5DB0}"/>
    <dgm:cxn modelId="{CFECEECA-DC14-44B4-85FC-13C6DFD7FA94}" type="presOf" srcId="{B236B3CA-A43E-44A4-A280-F9511FF54977}" destId="{CD6A5170-34A8-4D52-83A7-47E04EFA33F1}" srcOrd="0" destOrd="1" presId="urn:microsoft.com/office/officeart/2005/8/layout/vList2"/>
    <dgm:cxn modelId="{6B7F63CF-ECE1-43DF-B410-7F296EFC12A8}" srcId="{924CEC4B-7C0E-4163-AE12-DD65648ABECC}" destId="{28B234A0-1DAD-410E-B052-AF0E54147ABF}" srcOrd="0" destOrd="0" parTransId="{28DE5E7A-2D1F-462E-A522-9AE8C020878C}" sibTransId="{CD7B7398-2A38-418C-AA94-62F1EE1456D9}"/>
    <dgm:cxn modelId="{42AC30DB-747D-44A3-B1D4-B808E02BCDF0}" type="presOf" srcId="{F54B767F-CD3D-4EC2-B8DA-579E7C911DEB}" destId="{CD6A5170-34A8-4D52-83A7-47E04EFA33F1}" srcOrd="0" destOrd="3" presId="urn:microsoft.com/office/officeart/2005/8/layout/vList2"/>
    <dgm:cxn modelId="{F72121C3-658B-4D5E-A03D-1E123B22BC48}" type="presParOf" srcId="{0C30925A-9710-4027-92A8-7F506D66E44F}" destId="{FC09845E-B1C4-461C-9E58-9FAFFB783FD5}" srcOrd="0" destOrd="0" presId="urn:microsoft.com/office/officeart/2005/8/layout/vList2"/>
    <dgm:cxn modelId="{B6AD8166-D42E-48DE-A8BA-87A027862E9D}" type="presParOf" srcId="{0C30925A-9710-4027-92A8-7F506D66E44F}" destId="{CD6A5170-34A8-4D52-83A7-47E04EFA33F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2F77FB8-7D55-4A78-B832-FD54641FFD1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B8B674-65EF-4741-852C-C405CC35B6AF}">
      <dgm:prSet/>
      <dgm:spPr/>
      <dgm:t>
        <a:bodyPr/>
        <a:lstStyle/>
        <a:p>
          <a:r>
            <a:rPr lang="en-US" b="1" u="sng" dirty="0"/>
            <a:t>var int32bits int32 </a:t>
          </a:r>
          <a:r>
            <a:rPr lang="en-US" dirty="0"/>
            <a:t>= -2147483647     // -2147483648 a 2147483647</a:t>
          </a:r>
        </a:p>
      </dgm:t>
    </dgm:pt>
    <dgm:pt modelId="{80EA08DE-D2F3-4E2B-9055-75B3858C1373}" type="parTrans" cxnId="{AB4F7A9B-2D1A-46F3-878B-B35C4CB83A04}">
      <dgm:prSet/>
      <dgm:spPr/>
      <dgm:t>
        <a:bodyPr/>
        <a:lstStyle/>
        <a:p>
          <a:endParaRPr lang="en-US"/>
        </a:p>
      </dgm:t>
    </dgm:pt>
    <dgm:pt modelId="{6DF0C5D9-5279-4E52-9512-E89BBA8AA220}" type="sibTrans" cxnId="{AB4F7A9B-2D1A-46F3-878B-B35C4CB83A04}">
      <dgm:prSet/>
      <dgm:spPr/>
      <dgm:t>
        <a:bodyPr/>
        <a:lstStyle/>
        <a:p>
          <a:endParaRPr lang="en-US"/>
        </a:p>
      </dgm:t>
    </dgm:pt>
    <dgm:pt modelId="{C88E3881-EECA-4283-8530-4E8D770548A2}">
      <dgm:prSet/>
      <dgm:spPr/>
      <dgm:t>
        <a:bodyPr/>
        <a:lstStyle/>
        <a:p>
          <a:r>
            <a:rPr lang="es-ES" b="1" u="sng" dirty="0" err="1"/>
            <a:t>var</a:t>
          </a:r>
          <a:r>
            <a:rPr lang="es-ES" b="1" u="sng" dirty="0"/>
            <a:t> uint32bits uint32 </a:t>
          </a:r>
          <a:r>
            <a:rPr lang="es-ES" dirty="0"/>
            <a:t>= 2147483647  // 0 a 4294967295</a:t>
          </a:r>
          <a:endParaRPr lang="en-US" dirty="0"/>
        </a:p>
      </dgm:t>
    </dgm:pt>
    <dgm:pt modelId="{4C6CA693-24BB-4C55-A21A-13789D758815}" type="parTrans" cxnId="{96F9B412-362E-4782-8CDF-18B874552A37}">
      <dgm:prSet/>
      <dgm:spPr/>
      <dgm:t>
        <a:bodyPr/>
        <a:lstStyle/>
        <a:p>
          <a:endParaRPr lang="en-US"/>
        </a:p>
      </dgm:t>
    </dgm:pt>
    <dgm:pt modelId="{D1C2E41A-4680-4836-B010-B95AB11A72CA}" type="sibTrans" cxnId="{96F9B412-362E-4782-8CDF-18B874552A37}">
      <dgm:prSet/>
      <dgm:spPr/>
      <dgm:t>
        <a:bodyPr/>
        <a:lstStyle/>
        <a:p>
          <a:endParaRPr lang="en-US"/>
        </a:p>
      </dgm:t>
    </dgm:pt>
    <dgm:pt modelId="{8EAD99BD-11D7-4C3F-92AD-AB38D0025470}" type="pres">
      <dgm:prSet presAssocID="{72F77FB8-7D55-4A78-B832-FD54641FFD1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C275EA3-3E68-4601-B238-DD82F98B3BA9}" type="pres">
      <dgm:prSet presAssocID="{98B8B674-65EF-4741-852C-C405CC35B6AF}" presName="hierRoot1" presStyleCnt="0"/>
      <dgm:spPr/>
    </dgm:pt>
    <dgm:pt modelId="{A5B1A1BA-AFA6-4296-A132-796289F29547}" type="pres">
      <dgm:prSet presAssocID="{98B8B674-65EF-4741-852C-C405CC35B6AF}" presName="composite" presStyleCnt="0"/>
      <dgm:spPr/>
    </dgm:pt>
    <dgm:pt modelId="{D1ECE11F-81D4-4744-8B79-CB9F2C7C1A8B}" type="pres">
      <dgm:prSet presAssocID="{98B8B674-65EF-4741-852C-C405CC35B6AF}" presName="background" presStyleLbl="node0" presStyleIdx="0" presStyleCnt="2"/>
      <dgm:spPr/>
    </dgm:pt>
    <dgm:pt modelId="{ADE3092A-83AD-4AB2-8FFC-FF7D03CAC933}" type="pres">
      <dgm:prSet presAssocID="{98B8B674-65EF-4741-852C-C405CC35B6AF}" presName="text" presStyleLbl="fgAcc0" presStyleIdx="0" presStyleCnt="2">
        <dgm:presLayoutVars>
          <dgm:chPref val="3"/>
        </dgm:presLayoutVars>
      </dgm:prSet>
      <dgm:spPr/>
    </dgm:pt>
    <dgm:pt modelId="{2D0D68FF-493B-4868-9E89-54BFCFBFE5A2}" type="pres">
      <dgm:prSet presAssocID="{98B8B674-65EF-4741-852C-C405CC35B6AF}" presName="hierChild2" presStyleCnt="0"/>
      <dgm:spPr/>
    </dgm:pt>
    <dgm:pt modelId="{D40D181F-0B67-4439-83F4-F7C77185E9F4}" type="pres">
      <dgm:prSet presAssocID="{C88E3881-EECA-4283-8530-4E8D770548A2}" presName="hierRoot1" presStyleCnt="0"/>
      <dgm:spPr/>
    </dgm:pt>
    <dgm:pt modelId="{612D82DE-45C1-4E58-8D43-EE320D2A938A}" type="pres">
      <dgm:prSet presAssocID="{C88E3881-EECA-4283-8530-4E8D770548A2}" presName="composite" presStyleCnt="0"/>
      <dgm:spPr/>
    </dgm:pt>
    <dgm:pt modelId="{A57B2142-2DE9-44D4-A0FC-C888772C0B6B}" type="pres">
      <dgm:prSet presAssocID="{C88E3881-EECA-4283-8530-4E8D770548A2}" presName="background" presStyleLbl="node0" presStyleIdx="1" presStyleCnt="2"/>
      <dgm:spPr/>
    </dgm:pt>
    <dgm:pt modelId="{BD8087A7-645A-4E70-8738-27D6EB9AD276}" type="pres">
      <dgm:prSet presAssocID="{C88E3881-EECA-4283-8530-4E8D770548A2}" presName="text" presStyleLbl="fgAcc0" presStyleIdx="1" presStyleCnt="2">
        <dgm:presLayoutVars>
          <dgm:chPref val="3"/>
        </dgm:presLayoutVars>
      </dgm:prSet>
      <dgm:spPr/>
    </dgm:pt>
    <dgm:pt modelId="{35AA1EC8-DCE5-4BEF-9918-688AD1CF5CA7}" type="pres">
      <dgm:prSet presAssocID="{C88E3881-EECA-4283-8530-4E8D770548A2}" presName="hierChild2" presStyleCnt="0"/>
      <dgm:spPr/>
    </dgm:pt>
  </dgm:ptLst>
  <dgm:cxnLst>
    <dgm:cxn modelId="{4E38ED10-D51F-45F8-B03F-CFA7706F6404}" type="presOf" srcId="{C88E3881-EECA-4283-8530-4E8D770548A2}" destId="{BD8087A7-645A-4E70-8738-27D6EB9AD276}" srcOrd="0" destOrd="0" presId="urn:microsoft.com/office/officeart/2005/8/layout/hierarchy1"/>
    <dgm:cxn modelId="{96F9B412-362E-4782-8CDF-18B874552A37}" srcId="{72F77FB8-7D55-4A78-B832-FD54641FFD11}" destId="{C88E3881-EECA-4283-8530-4E8D770548A2}" srcOrd="1" destOrd="0" parTransId="{4C6CA693-24BB-4C55-A21A-13789D758815}" sibTransId="{D1C2E41A-4680-4836-B010-B95AB11A72CA}"/>
    <dgm:cxn modelId="{13FB9164-D6E7-4714-98A8-752D5ECB1022}" type="presOf" srcId="{72F77FB8-7D55-4A78-B832-FD54641FFD11}" destId="{8EAD99BD-11D7-4C3F-92AD-AB38D0025470}" srcOrd="0" destOrd="0" presId="urn:microsoft.com/office/officeart/2005/8/layout/hierarchy1"/>
    <dgm:cxn modelId="{C736C878-E3CA-47FB-B2BA-F59B24F4AE6E}" type="presOf" srcId="{98B8B674-65EF-4741-852C-C405CC35B6AF}" destId="{ADE3092A-83AD-4AB2-8FFC-FF7D03CAC933}" srcOrd="0" destOrd="0" presId="urn:microsoft.com/office/officeart/2005/8/layout/hierarchy1"/>
    <dgm:cxn modelId="{AB4F7A9B-2D1A-46F3-878B-B35C4CB83A04}" srcId="{72F77FB8-7D55-4A78-B832-FD54641FFD11}" destId="{98B8B674-65EF-4741-852C-C405CC35B6AF}" srcOrd="0" destOrd="0" parTransId="{80EA08DE-D2F3-4E2B-9055-75B3858C1373}" sibTransId="{6DF0C5D9-5279-4E52-9512-E89BBA8AA220}"/>
    <dgm:cxn modelId="{AC80C6D8-0BE7-4BA6-A476-D863A90FA88D}" type="presParOf" srcId="{8EAD99BD-11D7-4C3F-92AD-AB38D0025470}" destId="{7C275EA3-3E68-4601-B238-DD82F98B3BA9}" srcOrd="0" destOrd="0" presId="urn:microsoft.com/office/officeart/2005/8/layout/hierarchy1"/>
    <dgm:cxn modelId="{458A5866-CD42-472D-9726-51ED2CBF2B0B}" type="presParOf" srcId="{7C275EA3-3E68-4601-B238-DD82F98B3BA9}" destId="{A5B1A1BA-AFA6-4296-A132-796289F29547}" srcOrd="0" destOrd="0" presId="urn:microsoft.com/office/officeart/2005/8/layout/hierarchy1"/>
    <dgm:cxn modelId="{18CDF106-CEE7-4AF3-9A1A-D4A17277DD0B}" type="presParOf" srcId="{A5B1A1BA-AFA6-4296-A132-796289F29547}" destId="{D1ECE11F-81D4-4744-8B79-CB9F2C7C1A8B}" srcOrd="0" destOrd="0" presId="urn:microsoft.com/office/officeart/2005/8/layout/hierarchy1"/>
    <dgm:cxn modelId="{78573C0B-25C0-4707-ACDA-F10626C84A3E}" type="presParOf" srcId="{A5B1A1BA-AFA6-4296-A132-796289F29547}" destId="{ADE3092A-83AD-4AB2-8FFC-FF7D03CAC933}" srcOrd="1" destOrd="0" presId="urn:microsoft.com/office/officeart/2005/8/layout/hierarchy1"/>
    <dgm:cxn modelId="{1585EC08-3179-4469-8E52-9FB3FFABC997}" type="presParOf" srcId="{7C275EA3-3E68-4601-B238-DD82F98B3BA9}" destId="{2D0D68FF-493B-4868-9E89-54BFCFBFE5A2}" srcOrd="1" destOrd="0" presId="urn:microsoft.com/office/officeart/2005/8/layout/hierarchy1"/>
    <dgm:cxn modelId="{22262015-FCA6-4663-A6CB-3CD4EDB34547}" type="presParOf" srcId="{8EAD99BD-11D7-4C3F-92AD-AB38D0025470}" destId="{D40D181F-0B67-4439-83F4-F7C77185E9F4}" srcOrd="1" destOrd="0" presId="urn:microsoft.com/office/officeart/2005/8/layout/hierarchy1"/>
    <dgm:cxn modelId="{C055DFF2-B411-4B00-BF6E-FD6910CC1AA0}" type="presParOf" srcId="{D40D181F-0B67-4439-83F4-F7C77185E9F4}" destId="{612D82DE-45C1-4E58-8D43-EE320D2A938A}" srcOrd="0" destOrd="0" presId="urn:microsoft.com/office/officeart/2005/8/layout/hierarchy1"/>
    <dgm:cxn modelId="{EBBE680C-3C48-4724-B07D-2670F10EB696}" type="presParOf" srcId="{612D82DE-45C1-4E58-8D43-EE320D2A938A}" destId="{A57B2142-2DE9-44D4-A0FC-C888772C0B6B}" srcOrd="0" destOrd="0" presId="urn:microsoft.com/office/officeart/2005/8/layout/hierarchy1"/>
    <dgm:cxn modelId="{49AEFF54-5840-42DC-99C1-3F018F2BB8A2}" type="presParOf" srcId="{612D82DE-45C1-4E58-8D43-EE320D2A938A}" destId="{BD8087A7-645A-4E70-8738-27D6EB9AD276}" srcOrd="1" destOrd="0" presId="urn:microsoft.com/office/officeart/2005/8/layout/hierarchy1"/>
    <dgm:cxn modelId="{65A8B2A9-EBCA-43EA-80EF-E27C2FB2C0B1}" type="presParOf" srcId="{D40D181F-0B67-4439-83F4-F7C77185E9F4}" destId="{35AA1EC8-DCE5-4BEF-9918-688AD1CF5CA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E1ACFA-8C79-4706-9F3F-99ED591903E5}">
      <dsp:nvSpPr>
        <dsp:cNvPr id="0" name=""/>
        <dsp:cNvSpPr/>
      </dsp:nvSpPr>
      <dsp:spPr>
        <a:xfrm>
          <a:off x="0" y="0"/>
          <a:ext cx="579237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125638-7F38-4E7E-8007-04397238600A}">
      <dsp:nvSpPr>
        <dsp:cNvPr id="0" name=""/>
        <dsp:cNvSpPr/>
      </dsp:nvSpPr>
      <dsp:spPr>
        <a:xfrm>
          <a:off x="0" y="0"/>
          <a:ext cx="1158474" cy="3224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// Tipos de datos enteros.</a:t>
          </a:r>
        </a:p>
      </dsp:txBody>
      <dsp:txXfrm>
        <a:off x="0" y="0"/>
        <a:ext cx="1158474" cy="3224473"/>
      </dsp:txXfrm>
    </dsp:sp>
    <dsp:sp modelId="{7A7BF07F-203E-42F7-A5D0-429B6E4AF610}">
      <dsp:nvSpPr>
        <dsp:cNvPr id="0" name=""/>
        <dsp:cNvSpPr/>
      </dsp:nvSpPr>
      <dsp:spPr>
        <a:xfrm>
          <a:off x="1245359" y="16964"/>
          <a:ext cx="4547011" cy="339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Números enteros (int | integer)</a:t>
          </a:r>
        </a:p>
      </dsp:txBody>
      <dsp:txXfrm>
        <a:off x="1245359" y="16964"/>
        <a:ext cx="4547011" cy="339293"/>
      </dsp:txXfrm>
    </dsp:sp>
    <dsp:sp modelId="{B6BCE85D-B186-4823-892B-6EF1B39D0ABA}">
      <dsp:nvSpPr>
        <dsp:cNvPr id="0" name=""/>
        <dsp:cNvSpPr/>
      </dsp:nvSpPr>
      <dsp:spPr>
        <a:xfrm>
          <a:off x="1158474" y="356258"/>
          <a:ext cx="46338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31D04A-23C3-44DF-8F8B-CBA3DA4B3B25}">
      <dsp:nvSpPr>
        <dsp:cNvPr id="0" name=""/>
        <dsp:cNvSpPr/>
      </dsp:nvSpPr>
      <dsp:spPr>
        <a:xfrm>
          <a:off x="1245359" y="373223"/>
          <a:ext cx="4547011" cy="339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uint8:	8-bits(0 a 255)</a:t>
          </a:r>
        </a:p>
      </dsp:txBody>
      <dsp:txXfrm>
        <a:off x="1245359" y="373223"/>
        <a:ext cx="4547011" cy="339293"/>
      </dsp:txXfrm>
    </dsp:sp>
    <dsp:sp modelId="{00B45869-1C46-44EA-8384-DF6C1988CD72}">
      <dsp:nvSpPr>
        <dsp:cNvPr id="0" name=""/>
        <dsp:cNvSpPr/>
      </dsp:nvSpPr>
      <dsp:spPr>
        <a:xfrm>
          <a:off x="1158474" y="712517"/>
          <a:ext cx="46338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229A56-6618-4033-850D-2E65A15C391D}">
      <dsp:nvSpPr>
        <dsp:cNvPr id="0" name=""/>
        <dsp:cNvSpPr/>
      </dsp:nvSpPr>
      <dsp:spPr>
        <a:xfrm>
          <a:off x="1245359" y="729481"/>
          <a:ext cx="4547011" cy="339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uint16:	16-bits(0 a 65535)</a:t>
          </a:r>
        </a:p>
      </dsp:txBody>
      <dsp:txXfrm>
        <a:off x="1245359" y="729481"/>
        <a:ext cx="4547011" cy="339293"/>
      </dsp:txXfrm>
    </dsp:sp>
    <dsp:sp modelId="{6D63B962-0ED2-4D27-98F3-76FECCCBEC00}">
      <dsp:nvSpPr>
        <dsp:cNvPr id="0" name=""/>
        <dsp:cNvSpPr/>
      </dsp:nvSpPr>
      <dsp:spPr>
        <a:xfrm>
          <a:off x="1158474" y="1068775"/>
          <a:ext cx="46338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997364-1B7F-4B09-940D-8BD418AF2588}">
      <dsp:nvSpPr>
        <dsp:cNvPr id="0" name=""/>
        <dsp:cNvSpPr/>
      </dsp:nvSpPr>
      <dsp:spPr>
        <a:xfrm>
          <a:off x="1245359" y="1085740"/>
          <a:ext cx="4547011" cy="339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uint32:	32-bits(0 a 4294967295)</a:t>
          </a:r>
        </a:p>
      </dsp:txBody>
      <dsp:txXfrm>
        <a:off x="1245359" y="1085740"/>
        <a:ext cx="4547011" cy="339293"/>
      </dsp:txXfrm>
    </dsp:sp>
    <dsp:sp modelId="{DFF02141-51AD-4F0A-A0FA-33FCD67E0BE8}">
      <dsp:nvSpPr>
        <dsp:cNvPr id="0" name=""/>
        <dsp:cNvSpPr/>
      </dsp:nvSpPr>
      <dsp:spPr>
        <a:xfrm>
          <a:off x="1158474" y="1425034"/>
          <a:ext cx="46338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005C00-48D2-4CA2-8A18-6E728555C8ED}">
      <dsp:nvSpPr>
        <dsp:cNvPr id="0" name=""/>
        <dsp:cNvSpPr/>
      </dsp:nvSpPr>
      <dsp:spPr>
        <a:xfrm>
          <a:off x="1245359" y="1441999"/>
          <a:ext cx="4547011" cy="339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uint64:	64-bits(0 a 18446744073709551615)</a:t>
          </a:r>
        </a:p>
      </dsp:txBody>
      <dsp:txXfrm>
        <a:off x="1245359" y="1441999"/>
        <a:ext cx="4547011" cy="339293"/>
      </dsp:txXfrm>
    </dsp:sp>
    <dsp:sp modelId="{175FA6D4-273C-4464-AA4C-1C5759B54700}">
      <dsp:nvSpPr>
        <dsp:cNvPr id="0" name=""/>
        <dsp:cNvSpPr/>
      </dsp:nvSpPr>
      <dsp:spPr>
        <a:xfrm>
          <a:off x="1158474" y="1781293"/>
          <a:ext cx="46338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876525-F563-4B0B-87BE-1942E27C2963}">
      <dsp:nvSpPr>
        <dsp:cNvPr id="0" name=""/>
        <dsp:cNvSpPr/>
      </dsp:nvSpPr>
      <dsp:spPr>
        <a:xfrm>
          <a:off x="1245359" y="1798257"/>
          <a:ext cx="4547011" cy="339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int8:	8-bits (-128 a 127)</a:t>
          </a:r>
        </a:p>
      </dsp:txBody>
      <dsp:txXfrm>
        <a:off x="1245359" y="1798257"/>
        <a:ext cx="4547011" cy="339293"/>
      </dsp:txXfrm>
    </dsp:sp>
    <dsp:sp modelId="{E907327B-D14A-4E6A-9C76-4F505F5E3AFD}">
      <dsp:nvSpPr>
        <dsp:cNvPr id="0" name=""/>
        <dsp:cNvSpPr/>
      </dsp:nvSpPr>
      <dsp:spPr>
        <a:xfrm>
          <a:off x="1158474" y="2137551"/>
          <a:ext cx="46338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F4BE8B-F669-4097-971F-4B5FD2EB2CFE}">
      <dsp:nvSpPr>
        <dsp:cNvPr id="0" name=""/>
        <dsp:cNvSpPr/>
      </dsp:nvSpPr>
      <dsp:spPr>
        <a:xfrm>
          <a:off x="1245359" y="2154516"/>
          <a:ext cx="4547011" cy="339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int16:	16-bits (-32768 a 32767)</a:t>
          </a:r>
        </a:p>
      </dsp:txBody>
      <dsp:txXfrm>
        <a:off x="1245359" y="2154516"/>
        <a:ext cx="4547011" cy="339293"/>
      </dsp:txXfrm>
    </dsp:sp>
    <dsp:sp modelId="{732EDD52-3E8A-47BF-9D22-BC67D4C084FC}">
      <dsp:nvSpPr>
        <dsp:cNvPr id="0" name=""/>
        <dsp:cNvSpPr/>
      </dsp:nvSpPr>
      <dsp:spPr>
        <a:xfrm>
          <a:off x="1158474" y="2493810"/>
          <a:ext cx="46338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8D8C14-0A69-41C8-B096-FBEB0EFDBAFB}">
      <dsp:nvSpPr>
        <dsp:cNvPr id="0" name=""/>
        <dsp:cNvSpPr/>
      </dsp:nvSpPr>
      <dsp:spPr>
        <a:xfrm>
          <a:off x="1245359" y="2510774"/>
          <a:ext cx="4547011" cy="339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int32:	32-bits (-2147483648 a 2147483647)</a:t>
          </a:r>
        </a:p>
      </dsp:txBody>
      <dsp:txXfrm>
        <a:off x="1245359" y="2510774"/>
        <a:ext cx="4547011" cy="339293"/>
      </dsp:txXfrm>
    </dsp:sp>
    <dsp:sp modelId="{9DE830F6-E166-4E6A-8894-7768ACCAF7C6}">
      <dsp:nvSpPr>
        <dsp:cNvPr id="0" name=""/>
        <dsp:cNvSpPr/>
      </dsp:nvSpPr>
      <dsp:spPr>
        <a:xfrm>
          <a:off x="1158474" y="2850068"/>
          <a:ext cx="46338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92E33C-1E85-4899-98D9-DA48F5277F6F}">
      <dsp:nvSpPr>
        <dsp:cNvPr id="0" name=""/>
        <dsp:cNvSpPr/>
      </dsp:nvSpPr>
      <dsp:spPr>
        <a:xfrm>
          <a:off x="1245359" y="2867033"/>
          <a:ext cx="4547011" cy="3392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int64:	64-bits (-9223372036854775808 a 9223372036854775807)</a:t>
          </a:r>
        </a:p>
      </dsp:txBody>
      <dsp:txXfrm>
        <a:off x="1245359" y="2867033"/>
        <a:ext cx="4547011" cy="339293"/>
      </dsp:txXfrm>
    </dsp:sp>
    <dsp:sp modelId="{C355B770-3C3D-42BC-8CEF-278C09C74B99}">
      <dsp:nvSpPr>
        <dsp:cNvPr id="0" name=""/>
        <dsp:cNvSpPr/>
      </dsp:nvSpPr>
      <dsp:spPr>
        <a:xfrm>
          <a:off x="1158474" y="3206327"/>
          <a:ext cx="46338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0C0B1-00C6-4EFB-86EB-AC466763332C}">
      <dsp:nvSpPr>
        <dsp:cNvPr id="0" name=""/>
        <dsp:cNvSpPr/>
      </dsp:nvSpPr>
      <dsp:spPr>
        <a:xfrm>
          <a:off x="0" y="623"/>
          <a:ext cx="6308804" cy="145885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152C01-4EE1-4F16-AFE6-AF274447E282}">
      <dsp:nvSpPr>
        <dsp:cNvPr id="0" name=""/>
        <dsp:cNvSpPr/>
      </dsp:nvSpPr>
      <dsp:spPr>
        <a:xfrm>
          <a:off x="441302" y="328865"/>
          <a:ext cx="802369" cy="8023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5ECEC3-910A-4BFF-8A16-3D9BAB537642}">
      <dsp:nvSpPr>
        <dsp:cNvPr id="0" name=""/>
        <dsp:cNvSpPr/>
      </dsp:nvSpPr>
      <dsp:spPr>
        <a:xfrm>
          <a:off x="1684975" y="623"/>
          <a:ext cx="4623828" cy="14588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395" tIns="154395" rIns="154395" bIns="154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1" kern="1200" dirty="0"/>
            <a:t>[i := 0] </a:t>
          </a:r>
          <a:r>
            <a:rPr lang="es-ES" sz="2500" kern="1200" dirty="0"/>
            <a:t>	→ Variable que se va a utilizar para recorrer el bucle</a:t>
          </a:r>
          <a:endParaRPr lang="en-US" sz="2500" kern="1200" dirty="0"/>
        </a:p>
      </dsp:txBody>
      <dsp:txXfrm>
        <a:off x="1684975" y="623"/>
        <a:ext cx="4623828" cy="1458852"/>
      </dsp:txXfrm>
    </dsp:sp>
    <dsp:sp modelId="{97B8E89D-2C33-46E1-AC53-A1E5C60FB9DE}">
      <dsp:nvSpPr>
        <dsp:cNvPr id="0" name=""/>
        <dsp:cNvSpPr/>
      </dsp:nvSpPr>
      <dsp:spPr>
        <a:xfrm>
          <a:off x="0" y="1824189"/>
          <a:ext cx="6308804" cy="145885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8CCCB2-9A83-4D06-B384-01FC6E6FB44A}">
      <dsp:nvSpPr>
        <dsp:cNvPr id="0" name=""/>
        <dsp:cNvSpPr/>
      </dsp:nvSpPr>
      <dsp:spPr>
        <a:xfrm>
          <a:off x="441302" y="2152431"/>
          <a:ext cx="802369" cy="8023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450751-0359-4715-9B43-60F8BF3C09A4}">
      <dsp:nvSpPr>
        <dsp:cNvPr id="0" name=""/>
        <dsp:cNvSpPr/>
      </dsp:nvSpPr>
      <dsp:spPr>
        <a:xfrm>
          <a:off x="1684975" y="1824189"/>
          <a:ext cx="4623828" cy="14588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395" tIns="154395" rIns="154395" bIns="154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1" kern="1200" dirty="0"/>
            <a:t>[i &lt;= 5] </a:t>
          </a:r>
          <a:r>
            <a:rPr lang="es-ES" sz="2500" kern="1200" dirty="0"/>
            <a:t>	→ Condición que se debe cumplir para salir del bucle</a:t>
          </a:r>
          <a:endParaRPr lang="en-US" sz="2500" kern="1200" dirty="0"/>
        </a:p>
      </dsp:txBody>
      <dsp:txXfrm>
        <a:off x="1684975" y="1824189"/>
        <a:ext cx="4623828" cy="1458852"/>
      </dsp:txXfrm>
    </dsp:sp>
    <dsp:sp modelId="{2DB5370D-23DF-4421-9C4C-2D7F7B3735AA}">
      <dsp:nvSpPr>
        <dsp:cNvPr id="0" name=""/>
        <dsp:cNvSpPr/>
      </dsp:nvSpPr>
      <dsp:spPr>
        <a:xfrm>
          <a:off x="0" y="3647755"/>
          <a:ext cx="6308804" cy="145885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CF847C-05D0-445E-A6C5-AA862CB53B1B}">
      <dsp:nvSpPr>
        <dsp:cNvPr id="0" name=""/>
        <dsp:cNvSpPr/>
      </dsp:nvSpPr>
      <dsp:spPr>
        <a:xfrm>
          <a:off x="441302" y="3975997"/>
          <a:ext cx="802369" cy="8023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22342-34E0-4EAF-B3AE-3D48068C8245}">
      <dsp:nvSpPr>
        <dsp:cNvPr id="0" name=""/>
        <dsp:cNvSpPr/>
      </dsp:nvSpPr>
      <dsp:spPr>
        <a:xfrm>
          <a:off x="1684975" y="3647755"/>
          <a:ext cx="4623828" cy="14588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395" tIns="154395" rIns="154395" bIns="154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1" kern="1200" dirty="0"/>
            <a:t>[i++]</a:t>
          </a:r>
          <a:r>
            <a:rPr lang="es-ES" sz="2500" kern="1200" dirty="0"/>
            <a:t>	→ Actualización de la variable que ayuda a recorrer el bucle.</a:t>
          </a:r>
          <a:endParaRPr lang="en-US" sz="2500" kern="1200" dirty="0"/>
        </a:p>
      </dsp:txBody>
      <dsp:txXfrm>
        <a:off x="1684975" y="3647755"/>
        <a:ext cx="4623828" cy="14588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FD16EF-1C33-4809-946E-7A07049744BE}">
      <dsp:nvSpPr>
        <dsp:cNvPr id="0" name=""/>
        <dsp:cNvSpPr/>
      </dsp:nvSpPr>
      <dsp:spPr>
        <a:xfrm>
          <a:off x="88698" y="780"/>
          <a:ext cx="4225190" cy="26829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BB148B-ACF5-4E77-B73C-D97A315169BD}">
      <dsp:nvSpPr>
        <dsp:cNvPr id="0" name=""/>
        <dsp:cNvSpPr/>
      </dsp:nvSpPr>
      <dsp:spPr>
        <a:xfrm>
          <a:off x="558164" y="446773"/>
          <a:ext cx="4225190" cy="2682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Los arrays son un contenedor, que contiene otros contenedores. Básicamente, una estructura de datos.</a:t>
          </a:r>
          <a:endParaRPr lang="en-US" sz="2700" kern="1200"/>
        </a:p>
      </dsp:txBody>
      <dsp:txXfrm>
        <a:off x="636746" y="525355"/>
        <a:ext cx="4068026" cy="2525831"/>
      </dsp:txXfrm>
    </dsp:sp>
    <dsp:sp modelId="{B5F05CC9-2898-4256-A933-E8F7EBBC3065}">
      <dsp:nvSpPr>
        <dsp:cNvPr id="0" name=""/>
        <dsp:cNvSpPr/>
      </dsp:nvSpPr>
      <dsp:spPr>
        <a:xfrm>
          <a:off x="5252820" y="780"/>
          <a:ext cx="4225190" cy="26829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CC26D0-206E-4B19-859D-CCFF7559F5B6}">
      <dsp:nvSpPr>
        <dsp:cNvPr id="0" name=""/>
        <dsp:cNvSpPr/>
      </dsp:nvSpPr>
      <dsp:spPr>
        <a:xfrm>
          <a:off x="5722285" y="446773"/>
          <a:ext cx="4225190" cy="26829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Es como un armario con cajones, el armario en sí es el array y cada cajón, es una "variable".</a:t>
          </a:r>
          <a:endParaRPr lang="en-US" sz="2700" kern="1200"/>
        </a:p>
      </dsp:txBody>
      <dsp:txXfrm>
        <a:off x="5800867" y="525355"/>
        <a:ext cx="4068026" cy="25258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8CAE8A-3CE2-448E-9FE0-3F6822A430E0}">
      <dsp:nvSpPr>
        <dsp:cNvPr id="0" name=""/>
        <dsp:cNvSpPr/>
      </dsp:nvSpPr>
      <dsp:spPr>
        <a:xfrm>
          <a:off x="0" y="376584"/>
          <a:ext cx="9950103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var uintNormal uint = 58</a:t>
          </a:r>
          <a:endParaRPr lang="en-US" sz="2100" kern="1200"/>
        </a:p>
      </dsp:txBody>
      <dsp:txXfrm>
        <a:off x="24588" y="401172"/>
        <a:ext cx="9900927" cy="454509"/>
      </dsp:txXfrm>
    </dsp:sp>
    <dsp:sp modelId="{C1AC9265-B649-418D-8269-A40690D7DA5D}">
      <dsp:nvSpPr>
        <dsp:cNvPr id="0" name=""/>
        <dsp:cNvSpPr/>
      </dsp:nvSpPr>
      <dsp:spPr>
        <a:xfrm>
          <a:off x="0" y="940749"/>
          <a:ext cx="9950103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 err="1"/>
            <a:t>var</a:t>
          </a:r>
          <a:r>
            <a:rPr lang="es-ES" sz="2100" kern="1200" dirty="0"/>
            <a:t> uint8bits uint8 = 255                  // 0 a 255</a:t>
          </a:r>
          <a:endParaRPr lang="en-US" sz="2100" kern="1200" dirty="0"/>
        </a:p>
      </dsp:txBody>
      <dsp:txXfrm>
        <a:off x="24588" y="965337"/>
        <a:ext cx="9900927" cy="454509"/>
      </dsp:txXfrm>
    </dsp:sp>
    <dsp:sp modelId="{BF8906EC-962F-4FA8-9EE7-D2F5C5341358}">
      <dsp:nvSpPr>
        <dsp:cNvPr id="0" name=""/>
        <dsp:cNvSpPr/>
      </dsp:nvSpPr>
      <dsp:spPr>
        <a:xfrm>
          <a:off x="0" y="1504914"/>
          <a:ext cx="9950103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var uint16bits uint16 = 32767               // 0 a 32767</a:t>
          </a:r>
          <a:endParaRPr lang="en-US" sz="2100" kern="1200"/>
        </a:p>
      </dsp:txBody>
      <dsp:txXfrm>
        <a:off x="24588" y="1529502"/>
        <a:ext cx="9900927" cy="454509"/>
      </dsp:txXfrm>
    </dsp:sp>
    <dsp:sp modelId="{7AC6AF19-E789-45FB-ACD7-518B21A00CD2}">
      <dsp:nvSpPr>
        <dsp:cNvPr id="0" name=""/>
        <dsp:cNvSpPr/>
      </dsp:nvSpPr>
      <dsp:spPr>
        <a:xfrm>
          <a:off x="0" y="2069079"/>
          <a:ext cx="9950103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var uint32bits uint32 = 2147483647          // 0 a 2147483647</a:t>
          </a:r>
          <a:endParaRPr lang="en-US" sz="2100" kern="1200"/>
        </a:p>
      </dsp:txBody>
      <dsp:txXfrm>
        <a:off x="24588" y="2093667"/>
        <a:ext cx="9900927" cy="454509"/>
      </dsp:txXfrm>
    </dsp:sp>
    <dsp:sp modelId="{56270431-8522-4D8D-875A-7AD9631832F9}">
      <dsp:nvSpPr>
        <dsp:cNvPr id="0" name=""/>
        <dsp:cNvSpPr/>
      </dsp:nvSpPr>
      <dsp:spPr>
        <a:xfrm>
          <a:off x="0" y="2633244"/>
          <a:ext cx="9950103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var uint64bits uint64 = 9223372036854775807 // 0 a 9223372036854775807</a:t>
          </a:r>
          <a:endParaRPr lang="en-US" sz="2100" kern="1200"/>
        </a:p>
      </dsp:txBody>
      <dsp:txXfrm>
        <a:off x="24588" y="2657832"/>
        <a:ext cx="9900927" cy="45450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EF5193-99DE-40DE-B0E6-07BCB033013D}">
      <dsp:nvSpPr>
        <dsp:cNvPr id="0" name=""/>
        <dsp:cNvSpPr/>
      </dsp:nvSpPr>
      <dsp:spPr>
        <a:xfrm>
          <a:off x="0" y="1939816"/>
          <a:ext cx="6308804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7B480C-971D-4669-A943-FD81701C3A54}">
      <dsp:nvSpPr>
        <dsp:cNvPr id="0" name=""/>
        <dsp:cNvSpPr/>
      </dsp:nvSpPr>
      <dsp:spPr>
        <a:xfrm>
          <a:off x="315440" y="1615096"/>
          <a:ext cx="4416162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920" tIns="0" rIns="16692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200" kern="1200"/>
            <a:t>var valorVerdadero bool = true</a:t>
          </a:r>
          <a:endParaRPr lang="en-US" sz="2200" kern="1200"/>
        </a:p>
      </dsp:txBody>
      <dsp:txXfrm>
        <a:off x="347143" y="1646799"/>
        <a:ext cx="4352756" cy="586034"/>
      </dsp:txXfrm>
    </dsp:sp>
    <dsp:sp modelId="{5795DDF5-B8E0-4986-8820-303378483991}">
      <dsp:nvSpPr>
        <dsp:cNvPr id="0" name=""/>
        <dsp:cNvSpPr/>
      </dsp:nvSpPr>
      <dsp:spPr>
        <a:xfrm>
          <a:off x="0" y="2937736"/>
          <a:ext cx="6308804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E837AF-3C3B-4E17-8155-5DF3509D40D6}">
      <dsp:nvSpPr>
        <dsp:cNvPr id="0" name=""/>
        <dsp:cNvSpPr/>
      </dsp:nvSpPr>
      <dsp:spPr>
        <a:xfrm>
          <a:off x="315440" y="2613016"/>
          <a:ext cx="4416162" cy="6494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920" tIns="0" rIns="16692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200" kern="1200"/>
            <a:t>var valorFalso bool = false</a:t>
          </a:r>
          <a:endParaRPr lang="en-US" sz="2200" kern="1200"/>
        </a:p>
      </dsp:txBody>
      <dsp:txXfrm>
        <a:off x="347143" y="2644719"/>
        <a:ext cx="4352756" cy="5860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09845E-B1C4-461C-9E58-9FAFFB783FD5}">
      <dsp:nvSpPr>
        <dsp:cNvPr id="0" name=""/>
        <dsp:cNvSpPr/>
      </dsp:nvSpPr>
      <dsp:spPr>
        <a:xfrm>
          <a:off x="0" y="25156"/>
          <a:ext cx="9950103" cy="14718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700" kern="1200"/>
            <a:t>// Con la librería [math], puedo acceder a los rangos de los valores.</a:t>
          </a:r>
          <a:endParaRPr lang="en-US" sz="3700" kern="1200"/>
        </a:p>
      </dsp:txBody>
      <dsp:txXfrm>
        <a:off x="71850" y="97006"/>
        <a:ext cx="9806403" cy="1328160"/>
      </dsp:txXfrm>
    </dsp:sp>
    <dsp:sp modelId="{CD6A5170-34A8-4D52-83A7-47E04EFA33F1}">
      <dsp:nvSpPr>
        <dsp:cNvPr id="0" name=""/>
        <dsp:cNvSpPr/>
      </dsp:nvSpPr>
      <dsp:spPr>
        <a:xfrm>
          <a:off x="0" y="1497017"/>
          <a:ext cx="9950103" cy="1991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5916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900" kern="1200" dirty="0" err="1"/>
            <a:t>var</a:t>
          </a:r>
          <a:r>
            <a:rPr lang="es-ES" sz="2900" kern="1200" dirty="0"/>
            <a:t> valorMinFloat32 = math.SmallestNonzeroFloat32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900" kern="1200"/>
            <a:t>var valorMaxFloat32 = math.MaxFloat32</a:t>
          </a: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900" kern="1200"/>
            <a:t>var valorMinFloat64 = math.SmallestNonzeroFloat64</a:t>
          </a: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2900" kern="1200"/>
            <a:t>var valorMaxFloat64 = math.MaxFloat64</a:t>
          </a:r>
          <a:endParaRPr lang="en-US" sz="2900" kern="1200"/>
        </a:p>
      </dsp:txBody>
      <dsp:txXfrm>
        <a:off x="0" y="1497017"/>
        <a:ext cx="9950103" cy="19913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ECE11F-81D4-4744-8B79-CB9F2C7C1A8B}">
      <dsp:nvSpPr>
        <dsp:cNvPr id="0" name=""/>
        <dsp:cNvSpPr/>
      </dsp:nvSpPr>
      <dsp:spPr>
        <a:xfrm>
          <a:off x="1333909" y="887"/>
          <a:ext cx="3157866" cy="20052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E3092A-83AD-4AB2-8FFC-FF7D03CAC933}">
      <dsp:nvSpPr>
        <dsp:cNvPr id="0" name=""/>
        <dsp:cNvSpPr/>
      </dsp:nvSpPr>
      <dsp:spPr>
        <a:xfrm>
          <a:off x="1684783" y="334217"/>
          <a:ext cx="3157866" cy="20052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u="sng" kern="1200" dirty="0"/>
            <a:t>var int32bits int32 </a:t>
          </a:r>
          <a:r>
            <a:rPr lang="en-US" sz="2700" kern="1200" dirty="0"/>
            <a:t>= -2147483647     // -2147483648 a 2147483647</a:t>
          </a:r>
        </a:p>
      </dsp:txBody>
      <dsp:txXfrm>
        <a:off x="1743515" y="392949"/>
        <a:ext cx="3040402" cy="1887781"/>
      </dsp:txXfrm>
    </dsp:sp>
    <dsp:sp modelId="{A57B2142-2DE9-44D4-A0FC-C888772C0B6B}">
      <dsp:nvSpPr>
        <dsp:cNvPr id="0" name=""/>
        <dsp:cNvSpPr/>
      </dsp:nvSpPr>
      <dsp:spPr>
        <a:xfrm>
          <a:off x="5193524" y="887"/>
          <a:ext cx="3157866" cy="20052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8087A7-645A-4E70-8738-27D6EB9AD276}">
      <dsp:nvSpPr>
        <dsp:cNvPr id="0" name=""/>
        <dsp:cNvSpPr/>
      </dsp:nvSpPr>
      <dsp:spPr>
        <a:xfrm>
          <a:off x="5544398" y="334217"/>
          <a:ext cx="3157866" cy="200524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b="1" u="sng" kern="1200" dirty="0" err="1"/>
            <a:t>var</a:t>
          </a:r>
          <a:r>
            <a:rPr lang="es-ES" sz="2700" b="1" u="sng" kern="1200" dirty="0"/>
            <a:t> uint32bits uint32 </a:t>
          </a:r>
          <a:r>
            <a:rPr lang="es-ES" sz="2700" kern="1200" dirty="0"/>
            <a:t>= 2147483647  // 0 a 4294967295</a:t>
          </a:r>
          <a:endParaRPr lang="en-US" sz="2700" kern="1200" dirty="0"/>
        </a:p>
      </dsp:txBody>
      <dsp:txXfrm>
        <a:off x="5603130" y="392949"/>
        <a:ext cx="3040402" cy="18877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56FB-E05E-443F-88A1-CFC906389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727" y="1597961"/>
            <a:ext cx="9144000" cy="316230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DA97A-281B-4A77-9D2C-C5E6A860E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7" y="4902488"/>
            <a:ext cx="9144000" cy="985075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D7BAE-E194-4223-BB4E-5E487863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1F6C9-7279-4DF8-9462-3EFEFA03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57072-0A38-49AD-8D0D-0E42DD48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822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8199-C6CF-4DFF-A750-435F06CC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D5EB-F993-411F-9DBA-971321FC0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5D216-27F9-4078-8349-ABC9F614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4F8A8-FBA7-4F25-ADEA-AF346495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609F8-5897-4724-8FA6-3EFDE8F2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907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0F0C-7BA8-490D-B4C9-CCE145DC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1709738"/>
            <a:ext cx="9143999" cy="3050523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90E61-B837-4BE4-9BC7-6AF706BCC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6" y="4902488"/>
            <a:ext cx="9143999" cy="9850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2E15F-E46D-44C6-9FB9-07B0BC54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F6955-3667-4857-B35A-9E12F798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4B309-D15E-4FA1-9B8D-8C1F3B56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87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19AB-91F9-4F80-9B5D-2E6FE925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9F334-D0CF-4DFD-BAA9-3ECD639B1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7362" y="2227809"/>
            <a:ext cx="4942438" cy="3949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E0B5D-4613-4DA7-BA20-58B19BE8A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27809"/>
            <a:ext cx="4855265" cy="394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311AB-0603-424D-BC42-0CEAB356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AA2AC-0C5F-4835-BE47-D780C298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C54C0-DFDA-4778-9EE8-5E5C30E0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526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3603-5B09-4916-8324-A6BDAB4E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365125"/>
            <a:ext cx="994273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4073C-C15B-4218-9B84-675895517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5" y="1681163"/>
            <a:ext cx="49128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16D27-36F6-440B-A9BE-8B9499047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4726" y="2505075"/>
            <a:ext cx="4912849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2010D-7AC4-4A70-A211-6A2927411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8552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E85B5-3350-49A4-86A1-E5DAED491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8552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3E874-D08B-4D81-B82D-5DF242E4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74067-0FFA-41C3-A3A6-E8907CC3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47985-FBC0-4118-8877-2E327F63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040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0282-3DE7-4AB9-83AC-AFEDD22A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7436C-706A-443F-86CD-4444C828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53292-7EA5-45D0-957F-636A44FC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6F59D-34BB-462C-B506-040B9E98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568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55245-AB52-41B4-9B28-55E6527D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3B8AE-58B0-4FDF-8430-9D8D3DD5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4D91-8619-43C1-841B-B5F47DE0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104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A660-DF93-4947-B93F-BF118D3B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457200"/>
            <a:ext cx="368729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0292E-B3E1-4FD6-A7FA-C165BAC21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844277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B0ECC-817B-4A71-AFB5-FC60A2BC3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253343"/>
            <a:ext cx="3687298" cy="3615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88E0B-6135-4F59-A35A-2CA1A8BA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DEF36-4037-4E6D-988F-CC8E3F11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C0D2D-D878-4723-A002-5A601EFB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67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59D5-B8A1-4C9C-A61F-E082A4433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720433"/>
            <a:ext cx="3687298" cy="15873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B4F5F-E6E7-45C3-B35C-80F81FB1A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8277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33AB7-4F8E-4A9F-AC15-89E6A6E00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449286"/>
            <a:ext cx="3687298" cy="3419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4B526-866D-4E11-A7F9-081BD4ED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58BF8-E962-4367-8495-62438FDD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20AE1-C97D-4E6C-9DB2-B2904C2C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31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9E81-5CFF-4A28-B9C8-5D54E51D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A4CC8-DCB0-4E94-98A7-236E3D186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1F802-21C2-44B2-A419-55469D826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B709-08FF-4C4A-8670-4CCA9146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95375-1CC8-4950-8439-877451C4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683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8BDF0-A155-454D-B3E2-AD15D0905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73242" y="827313"/>
            <a:ext cx="2280557" cy="506185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44E0D-96EC-4B35-BA5C-5DAFCC728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27313"/>
            <a:ext cx="8115300" cy="506185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ADC4E-9FB1-439F-B0FB-47F47B34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E406-061A-4440-BA75-3B684FC8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D93CF-F5F3-4897-A51E-47D577FD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81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192E3E-68A9-4F36-936C-1C8D0B9EF132}"/>
              </a:ext>
            </a:extLst>
          </p:cNvPr>
          <p:cNvSpPr/>
          <p:nvPr/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14EB0-7E6D-4536-9350-5CB688B5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720434"/>
            <a:ext cx="9950103" cy="15073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5455E-4725-4924-BF7D-2E1FC9E39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7362" y="2427316"/>
            <a:ext cx="9950103" cy="3513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D9D9-1A1D-4438-9F3D-E5E58FD72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C28A28C-4C6A-46EA-90C0-4EE0B89CC5C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0A827-D7BF-4CA4-8C29-5AE54ADA4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17188-1DE1-4DA5-8161-21179E4AD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5DEF7F31-0B8A-474A-B86C-91F38175432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128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96F4257-8A8B-4687-A362-2FB0FD59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DF9A0D-36C0-6759-10CE-13AB066B0D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728" y="1597961"/>
            <a:ext cx="3231633" cy="3162300"/>
          </a:xfrm>
        </p:spPr>
        <p:txBody>
          <a:bodyPr>
            <a:normAutofit/>
          </a:bodyPr>
          <a:lstStyle/>
          <a:p>
            <a:r>
              <a:rPr lang="es-ES" dirty="0"/>
              <a:t>IFCD0116 - </a:t>
            </a:r>
            <a:r>
              <a:rPr lang="es-ES" dirty="0" err="1"/>
              <a:t>Programacion</a:t>
            </a:r>
            <a:r>
              <a:rPr lang="es-ES" dirty="0"/>
              <a:t> En </a:t>
            </a:r>
            <a:r>
              <a:rPr lang="es-ES" dirty="0" err="1"/>
              <a:t>Go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347AF7-FD09-CB83-9D5A-2299463A3E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8" y="4902489"/>
            <a:ext cx="3231633" cy="985075"/>
          </a:xfrm>
        </p:spPr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5B7E46-FCBF-464B-8083-9AF1A059E1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5672" y="-1263"/>
            <a:ext cx="3484819" cy="34302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79A868-152F-4392-8D0D-C56B1C229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5672" y="3429000"/>
            <a:ext cx="3483870" cy="3429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34">
            <a:extLst>
              <a:ext uri="{FF2B5EF4-FFF2-40B4-BE49-F238E27FC236}">
                <a16:creationId xmlns:a16="http://schemas.microsoft.com/office/drawing/2014/main" id="{613F7046-4879-4110-98EC-7B7416E55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243582" y="3407228"/>
            <a:ext cx="3428999" cy="3484818"/>
          </a:xfrm>
          <a:custGeom>
            <a:avLst/>
            <a:gdLst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3484819 w 3484819"/>
              <a:gd name="connsiteY2" fmla="*/ 3430264 h 3430264"/>
              <a:gd name="connsiteX3" fmla="*/ 0 w 3484819"/>
              <a:gd name="connsiteY3" fmla="*/ 3430264 h 3430264"/>
              <a:gd name="connsiteX4" fmla="*/ 0 w 3484819"/>
              <a:gd name="connsiteY4" fmla="*/ 0 h 3430264"/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0 w 3484819"/>
              <a:gd name="connsiteY2" fmla="*/ 3430264 h 3430264"/>
              <a:gd name="connsiteX3" fmla="*/ 0 w 3484819"/>
              <a:gd name="connsiteY3" fmla="*/ 0 h 34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4819" h="3430264">
                <a:moveTo>
                  <a:pt x="0" y="0"/>
                </a:moveTo>
                <a:lnTo>
                  <a:pt x="3484819" y="0"/>
                </a:lnTo>
                <a:lnTo>
                  <a:pt x="0" y="343026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E14A411-88B5-46A6-AD90-72073BCBB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9837" y="3431225"/>
            <a:ext cx="3482163" cy="3430264"/>
          </a:xfrm>
          <a:custGeom>
            <a:avLst/>
            <a:gdLst>
              <a:gd name="connsiteX0" fmla="*/ 3478283 w 3482163"/>
              <a:gd name="connsiteY0" fmla="*/ 0 h 3430264"/>
              <a:gd name="connsiteX1" fmla="*/ 3482163 w 3482163"/>
              <a:gd name="connsiteY1" fmla="*/ 0 h 3430264"/>
              <a:gd name="connsiteX2" fmla="*/ 3482163 w 3482163"/>
              <a:gd name="connsiteY2" fmla="*/ 3430264 h 3430264"/>
              <a:gd name="connsiteX3" fmla="*/ 0 w 3482163"/>
              <a:gd name="connsiteY3" fmla="*/ 3430264 h 3430264"/>
              <a:gd name="connsiteX4" fmla="*/ 0 w 3482163"/>
              <a:gd name="connsiteY4" fmla="*/ 3426283 h 3430264"/>
              <a:gd name="connsiteX5" fmla="*/ 335407 w 3482163"/>
              <a:gd name="connsiteY5" fmla="*/ 3410137 h 3430264"/>
              <a:gd name="connsiteX6" fmla="*/ 3473897 w 3482163"/>
              <a:gd name="connsiteY6" fmla="*/ 170675 h 34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2163" h="3430264">
                <a:moveTo>
                  <a:pt x="3478283" y="0"/>
                </a:moveTo>
                <a:lnTo>
                  <a:pt x="3482163" y="0"/>
                </a:lnTo>
                <a:lnTo>
                  <a:pt x="3482163" y="3430264"/>
                </a:lnTo>
                <a:lnTo>
                  <a:pt x="0" y="3430264"/>
                </a:lnTo>
                <a:lnTo>
                  <a:pt x="0" y="3426283"/>
                </a:lnTo>
                <a:lnTo>
                  <a:pt x="335407" y="3410137"/>
                </a:lnTo>
                <a:cubicBezTo>
                  <a:pt x="2041201" y="3245035"/>
                  <a:pt x="3386298" y="1871077"/>
                  <a:pt x="3473897" y="17067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Personas en un escenario&#10;&#10;El contenido generado por IA puede ser incorrecto.">
            <a:extLst>
              <a:ext uri="{FF2B5EF4-FFF2-40B4-BE49-F238E27FC236}">
                <a16:creationId xmlns:a16="http://schemas.microsoft.com/office/drawing/2014/main" id="{8431F7BC-A1B0-A8EF-43E0-516F0C5B1B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124" r="4011"/>
          <a:stretch>
            <a:fillRect/>
          </a:stretch>
        </p:blipFill>
        <p:spPr>
          <a:xfrm>
            <a:off x="8699542" y="2"/>
            <a:ext cx="3492458" cy="6858001"/>
          </a:xfrm>
          <a:custGeom>
            <a:avLst/>
            <a:gdLst/>
            <a:ahLst/>
            <a:cxnLst/>
            <a:rect l="l" t="t" r="r" b="b"/>
            <a:pathLst>
              <a:path w="3492458" h="6858001">
                <a:moveTo>
                  <a:pt x="0" y="0"/>
                </a:moveTo>
                <a:lnTo>
                  <a:pt x="3492458" y="0"/>
                </a:lnTo>
                <a:lnTo>
                  <a:pt x="3492458" y="3430264"/>
                </a:lnTo>
                <a:lnTo>
                  <a:pt x="3488603" y="3430264"/>
                </a:lnTo>
                <a:lnTo>
                  <a:pt x="3484192" y="3601898"/>
                </a:lnTo>
                <a:cubicBezTo>
                  <a:pt x="3390753" y="5415660"/>
                  <a:pt x="1866561" y="6858001"/>
                  <a:pt x="0" y="6858001"/>
                </a:cubicBezTo>
                <a:lnTo>
                  <a:pt x="0" y="3430264"/>
                </a:lnTo>
                <a:lnTo>
                  <a:pt x="0" y="342524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48719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A267D3-CCC7-4260-8127-53F80B997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F9D094-5844-8DB2-A554-35D425287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337" y="941298"/>
            <a:ext cx="3566357" cy="3128682"/>
          </a:xfrm>
        </p:spPr>
        <p:txBody>
          <a:bodyPr anchor="t">
            <a:normAutofit/>
          </a:bodyPr>
          <a:lstStyle/>
          <a:p>
            <a:r>
              <a:rPr lang="es-ES" dirty="0"/>
              <a:t>Tipos Básicos en </a:t>
            </a:r>
            <a:r>
              <a:rPr lang="es-ES" dirty="0" err="1"/>
              <a:t>Go</a:t>
            </a:r>
            <a:endParaRPr lang="es-ES"/>
          </a:p>
        </p:txBody>
      </p:sp>
      <p:graphicFrame>
        <p:nvGraphicFramePr>
          <p:cNvPr id="22" name="Marcador de contenido 2">
            <a:extLst>
              <a:ext uri="{FF2B5EF4-FFF2-40B4-BE49-F238E27FC236}">
                <a16:creationId xmlns:a16="http://schemas.microsoft.com/office/drawing/2014/main" id="{513B4B2F-E58A-7640-5A86-FF3BA940E6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6817091"/>
              </p:ext>
            </p:extLst>
          </p:nvPr>
        </p:nvGraphicFramePr>
        <p:xfrm>
          <a:off x="5328242" y="937102"/>
          <a:ext cx="5792371" cy="32244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E221CB08-76F0-4C77-AA9B-6D5720938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5146188"/>
            <a:ext cx="3623149" cy="17150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E9D3072-33D8-4A93-A3EC-7C79C02D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899" y="5146191"/>
            <a:ext cx="1721799" cy="1701630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1668EE-1091-4A2B-A85D-58D1B0D02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3623152" y="5146185"/>
            <a:ext cx="1715077" cy="17150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34">
            <a:extLst>
              <a:ext uri="{FF2B5EF4-FFF2-40B4-BE49-F238E27FC236}">
                <a16:creationId xmlns:a16="http://schemas.microsoft.com/office/drawing/2014/main" id="{DB90578B-9C73-4314-9DA2-6718A36FB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3621087" y="5146183"/>
            <a:ext cx="1715079" cy="1715077"/>
          </a:xfrm>
          <a:custGeom>
            <a:avLst/>
            <a:gdLst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3484819 w 3484819"/>
              <a:gd name="connsiteY2" fmla="*/ 3430264 h 3430264"/>
              <a:gd name="connsiteX3" fmla="*/ 0 w 3484819"/>
              <a:gd name="connsiteY3" fmla="*/ 3430264 h 3430264"/>
              <a:gd name="connsiteX4" fmla="*/ 0 w 3484819"/>
              <a:gd name="connsiteY4" fmla="*/ 0 h 3430264"/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0 w 3484819"/>
              <a:gd name="connsiteY2" fmla="*/ 3430264 h 3430264"/>
              <a:gd name="connsiteX3" fmla="*/ 0 w 3484819"/>
              <a:gd name="connsiteY3" fmla="*/ 0 h 34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4819" h="3430264">
                <a:moveTo>
                  <a:pt x="0" y="0"/>
                </a:moveTo>
                <a:lnTo>
                  <a:pt x="3484819" y="0"/>
                </a:lnTo>
                <a:lnTo>
                  <a:pt x="0" y="343026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190391-F313-439F-B2BF-9F00E5AC2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336166" y="5146186"/>
            <a:ext cx="6861695" cy="17150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CEB90DD-57D5-4A21-9E3B-612768755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7004" y="5107136"/>
            <a:ext cx="1750856" cy="1750864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548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BA267D3-CCC7-4260-8127-53F80B997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B7DCD56-8602-99DD-BD7C-951CB2C8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337" y="941298"/>
            <a:ext cx="3566357" cy="3128682"/>
          </a:xfrm>
        </p:spPr>
        <p:txBody>
          <a:bodyPr anchor="t">
            <a:normAutofit/>
          </a:bodyPr>
          <a:lstStyle/>
          <a:p>
            <a:r>
              <a:rPr lang="es-ES"/>
              <a:t>Bucle For</a:t>
            </a:r>
            <a:endParaRPr lang="es-ES" dirty="0"/>
          </a:p>
        </p:txBody>
      </p:sp>
      <p:sp>
        <p:nvSpPr>
          <p:cNvPr id="23" name="Marcador de contenido 4">
            <a:extLst>
              <a:ext uri="{FF2B5EF4-FFF2-40B4-BE49-F238E27FC236}">
                <a16:creationId xmlns:a16="http://schemas.microsoft.com/office/drawing/2014/main" id="{5307588D-8C14-F164-D62C-A49F302FA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8242" y="937102"/>
            <a:ext cx="5792371" cy="32244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En </a:t>
            </a:r>
            <a:r>
              <a:rPr lang="es-ES" dirty="0" err="1"/>
              <a:t>Go</a:t>
            </a:r>
            <a:r>
              <a:rPr lang="es-ES" dirty="0"/>
              <a:t> solo existe el bucle [</a:t>
            </a:r>
            <a:r>
              <a:rPr lang="es-ES" dirty="0" err="1"/>
              <a:t>for</a:t>
            </a:r>
            <a:r>
              <a:rPr lang="es-ES" dirty="0"/>
              <a:t>], que podemos utilizar como queramos, para simular el resto de bucles.</a:t>
            </a:r>
          </a:p>
          <a:p>
            <a:pPr marL="0" indent="0">
              <a:buNone/>
            </a:pPr>
            <a:r>
              <a:rPr lang="es-ES" dirty="0"/>
              <a:t>#Sintaxis#</a:t>
            </a:r>
          </a:p>
          <a:p>
            <a:pPr marL="0" indent="0">
              <a:buNone/>
            </a:pPr>
            <a:r>
              <a:rPr lang="es-ES" dirty="0" err="1"/>
              <a:t>for</a:t>
            </a:r>
            <a:r>
              <a:rPr lang="es-ES" dirty="0"/>
              <a:t> condición/es {</a:t>
            </a:r>
          </a:p>
          <a:p>
            <a:pPr marL="0" indent="0">
              <a:buNone/>
            </a:pPr>
            <a:r>
              <a:rPr lang="es-ES" dirty="0"/>
              <a:t>	bloque código a repetir</a:t>
            </a:r>
          </a:p>
          <a:p>
            <a:pPr marL="0" indent="0">
              <a:buNone/>
            </a:pPr>
            <a:r>
              <a:rPr lang="es-ES" dirty="0"/>
              <a:t>	(actualizar controlador)</a:t>
            </a:r>
          </a:p>
          <a:p>
            <a:pPr marL="0" indent="0">
              <a:buNone/>
            </a:pPr>
            <a:r>
              <a:rPr lang="es-ES" dirty="0"/>
              <a:t>}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21CB08-76F0-4C77-AA9B-6D5720938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5146188"/>
            <a:ext cx="3623149" cy="17150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E9D3072-33D8-4A93-A3EC-7C79C02D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899" y="5146191"/>
            <a:ext cx="1721799" cy="1701630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1668EE-1091-4A2B-A85D-58D1B0D02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3623152" y="5146185"/>
            <a:ext cx="1715077" cy="17150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DB90578B-9C73-4314-9DA2-6718A36FB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3621087" y="5146183"/>
            <a:ext cx="1715079" cy="1715077"/>
          </a:xfrm>
          <a:custGeom>
            <a:avLst/>
            <a:gdLst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3484819 w 3484819"/>
              <a:gd name="connsiteY2" fmla="*/ 3430264 h 3430264"/>
              <a:gd name="connsiteX3" fmla="*/ 0 w 3484819"/>
              <a:gd name="connsiteY3" fmla="*/ 3430264 h 3430264"/>
              <a:gd name="connsiteX4" fmla="*/ 0 w 3484819"/>
              <a:gd name="connsiteY4" fmla="*/ 0 h 3430264"/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0 w 3484819"/>
              <a:gd name="connsiteY2" fmla="*/ 3430264 h 3430264"/>
              <a:gd name="connsiteX3" fmla="*/ 0 w 3484819"/>
              <a:gd name="connsiteY3" fmla="*/ 0 h 34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4819" h="3430264">
                <a:moveTo>
                  <a:pt x="0" y="0"/>
                </a:moveTo>
                <a:lnTo>
                  <a:pt x="3484819" y="0"/>
                </a:lnTo>
                <a:lnTo>
                  <a:pt x="0" y="343026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19">
            <a:extLst>
              <a:ext uri="{FF2B5EF4-FFF2-40B4-BE49-F238E27FC236}">
                <a16:creationId xmlns:a16="http://schemas.microsoft.com/office/drawing/2014/main" id="{89190391-F313-439F-B2BF-9F00E5AC2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336166" y="5146186"/>
            <a:ext cx="6861695" cy="17150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CEB90DD-57D5-4A21-9E3B-612768755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7004" y="5107136"/>
            <a:ext cx="1750856" cy="1750864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435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6BED0E-0ED5-1995-7680-39D9BF8DF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06204E07-6F63-4D3E-B413-652FC095A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537B53C-B472-5EDC-108B-130046199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3" y="1597960"/>
            <a:ext cx="3001415" cy="3555931"/>
          </a:xfrm>
        </p:spPr>
        <p:txBody>
          <a:bodyPr anchor="t">
            <a:normAutofit/>
          </a:bodyPr>
          <a:lstStyle/>
          <a:p>
            <a:r>
              <a:rPr lang="es-ES"/>
              <a:t>Bucle For</a:t>
            </a:r>
            <a:endParaRPr lang="es-E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A2C2B4C-DD5B-4BFB-A18E-0E2FA0125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7" name="Marcador de contenido 4">
            <a:extLst>
              <a:ext uri="{FF2B5EF4-FFF2-40B4-BE49-F238E27FC236}">
                <a16:creationId xmlns:a16="http://schemas.microsoft.com/office/drawing/2014/main" id="{A7B71D90-57D5-1C03-9EEE-ADA0E0BE5E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2127994"/>
              </p:ext>
            </p:extLst>
          </p:nvPr>
        </p:nvGraphicFramePr>
        <p:xfrm>
          <a:off x="4668782" y="775856"/>
          <a:ext cx="6308804" cy="51072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0716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E8A170-0237-5A33-7B9A-948A2D13A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A1951E2-8F97-4C6F-9735-8234E367F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DAA151D-289F-8C20-CF20-7E735519D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447676"/>
            <a:ext cx="10037276" cy="885824"/>
          </a:xfrm>
        </p:spPr>
        <p:txBody>
          <a:bodyPr anchor="ctr">
            <a:normAutofit/>
          </a:bodyPr>
          <a:lstStyle/>
          <a:p>
            <a:pPr algn="ctr"/>
            <a:r>
              <a:rPr lang="es-ES" sz="2800"/>
              <a:t>Arrays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FF53E3-0DDC-4270-9698-6F5D68343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708339"/>
            <a:ext cx="12192000" cy="514966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5" name="Marcador de contenido 4">
            <a:extLst>
              <a:ext uri="{FF2B5EF4-FFF2-40B4-BE49-F238E27FC236}">
                <a16:creationId xmlns:a16="http://schemas.microsoft.com/office/drawing/2014/main" id="{A6505B48-0058-6DA8-C862-22C64B1267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9875056"/>
              </p:ext>
            </p:extLst>
          </p:nvPr>
        </p:nvGraphicFramePr>
        <p:xfrm>
          <a:off x="1077913" y="2809875"/>
          <a:ext cx="10036175" cy="3130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3697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21E9DC-0AD1-4329-55E6-E7C71AB9E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Tipos de datos enteros.</a:t>
            </a:r>
            <a:endParaRPr lang="es-ES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8E5899B7-0F5B-853B-656D-94F795899D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955762"/>
              </p:ext>
            </p:extLst>
          </p:nvPr>
        </p:nvGraphicFramePr>
        <p:xfrm>
          <a:off x="1077362" y="2427316"/>
          <a:ext cx="9950103" cy="3513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5623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204E07-6F63-4D3E-B413-652FC095A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5EF5D60-C9CA-F6AA-CBDA-1B17476A2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3" y="1597960"/>
            <a:ext cx="3001415" cy="3555931"/>
          </a:xfrm>
        </p:spPr>
        <p:txBody>
          <a:bodyPr anchor="t">
            <a:normAutofit/>
          </a:bodyPr>
          <a:lstStyle/>
          <a:p>
            <a:r>
              <a:rPr lang="es-ES" dirty="0"/>
              <a:t>Tipos de datos básicos - Booleanos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A2C2B4C-DD5B-4BFB-A18E-0E2FA0125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A6475338-8697-4819-C59B-4A1CC808C6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6591155"/>
              </p:ext>
            </p:extLst>
          </p:nvPr>
        </p:nvGraphicFramePr>
        <p:xfrm>
          <a:off x="4668782" y="775856"/>
          <a:ext cx="6308804" cy="51072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8595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A1766D0-745A-4921-A68E-56642A650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E422C5-3078-80C1-C571-647E4768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4" y="720435"/>
            <a:ext cx="4140096" cy="1507375"/>
          </a:xfrm>
        </p:spPr>
        <p:txBody>
          <a:bodyPr>
            <a:normAutofit/>
          </a:bodyPr>
          <a:lstStyle/>
          <a:p>
            <a:r>
              <a:rPr lang="es-ES"/>
              <a:t>Funciones</a:t>
            </a:r>
            <a:endParaRPr lang="es-ES" dirty="0"/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AC1DED9E-590E-39AE-CB4B-ADC03A415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364" y="2427316"/>
            <a:ext cx="4140096" cy="351351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ES" sz="1300" dirty="0"/>
              <a:t>Una función es útil para ordenar nuestro código, y también para reutilizar un código múltiples veces.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300" dirty="0"/>
              <a:t>La sintaxis es la siguiente: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300" b="1" dirty="0" err="1"/>
              <a:t>func</a:t>
            </a:r>
            <a:r>
              <a:rPr lang="es-ES" sz="1300" b="1" dirty="0"/>
              <a:t> </a:t>
            </a:r>
            <a:r>
              <a:rPr lang="es-ES" sz="1300" b="1" dirty="0" err="1"/>
              <a:t>nombreFuncion</a:t>
            </a:r>
            <a:r>
              <a:rPr lang="es-ES" sz="1300" b="1" dirty="0"/>
              <a:t>(</a:t>
            </a:r>
            <a:r>
              <a:rPr lang="es-ES" sz="1300" b="1" dirty="0" err="1"/>
              <a:t>parametros</a:t>
            </a:r>
            <a:r>
              <a:rPr lang="es-ES" sz="1300" b="1" dirty="0"/>
              <a:t>) (retorno) {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300" b="1" dirty="0"/>
              <a:t>	// Cuerpo de la función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300" b="1" dirty="0"/>
              <a:t>}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300" dirty="0"/>
              <a:t>Los parámetros son variables que se declaran al inicio de la función y que se usan para pasar valores a la función. Son opcionales.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300" dirty="0"/>
              <a:t>El retorno es el valor que retorna la función. También son opcionales.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83F1E3F-D7BF-4DB5-8016-70B9E385E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794726" y="-906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D0D3E7A-8DF6-4A78-A03C-86AD69746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7088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Error">
            <a:extLst>
              <a:ext uri="{FF2B5EF4-FFF2-40B4-BE49-F238E27FC236}">
                <a16:creationId xmlns:a16="http://schemas.microsoft.com/office/drawing/2014/main" id="{668E1832-8E30-7BA6-BE9B-369D444CC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464" y="1034569"/>
            <a:ext cx="4788861" cy="478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951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926CDC-5626-6B1B-533A-BA161810F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datos Básicos – librería [</a:t>
            </a:r>
            <a:r>
              <a:rPr lang="es-ES" dirty="0" err="1"/>
              <a:t>math</a:t>
            </a:r>
            <a:r>
              <a:rPr lang="es-ES" dirty="0"/>
              <a:t>]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FF139885-D106-EF45-7E01-B85268F6E98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77362" y="2427316"/>
          <a:ext cx="9950103" cy="3513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1819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DA1766D0-745A-4921-A68E-56642A650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0015CE-A568-5B9E-9B58-857CAD09C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4" y="720435"/>
            <a:ext cx="4140096" cy="1507375"/>
          </a:xfrm>
        </p:spPr>
        <p:txBody>
          <a:bodyPr>
            <a:normAutofit/>
          </a:bodyPr>
          <a:lstStyle/>
          <a:p>
            <a:r>
              <a:rPr lang="es-ES"/>
              <a:t>Tipos datos Básicos – Tipo Byte</a:t>
            </a:r>
            <a:endParaRPr lang="es-ES" dirty="0"/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0C451E54-D5ED-EAB3-2905-862DF209B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364" y="2427316"/>
            <a:ext cx="4140096" cy="351351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ES" err="1"/>
              <a:t>var</a:t>
            </a:r>
            <a:r>
              <a:rPr lang="es-ES"/>
              <a:t> a byte = 'A'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err="1"/>
              <a:t>fmt.Println</a:t>
            </a:r>
            <a:r>
              <a:rPr lang="es-ES"/>
              <a:t>(a)</a:t>
            </a:r>
          </a:p>
          <a:p>
            <a:pPr marL="0" indent="0">
              <a:lnSpc>
                <a:spcPct val="110000"/>
              </a:lnSpc>
              <a:buNone/>
            </a:pPr>
            <a:endParaRPr lang="es-ES"/>
          </a:p>
          <a:p>
            <a:pPr marL="0" indent="0">
              <a:lnSpc>
                <a:spcPct val="110000"/>
              </a:lnSpc>
              <a:buNone/>
            </a:pPr>
            <a:r>
              <a:rPr lang="es-ES"/>
              <a:t>s := "hola"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err="1"/>
              <a:t>fmt.Println</a:t>
            </a:r>
            <a:r>
              <a:rPr lang="es-ES"/>
              <a:t>(s[0])</a:t>
            </a:r>
          </a:p>
          <a:p>
            <a:pPr marL="0" indent="0">
              <a:lnSpc>
                <a:spcPct val="110000"/>
              </a:lnSpc>
              <a:buNone/>
            </a:pPr>
            <a:endParaRPr lang="es-ES"/>
          </a:p>
          <a:p>
            <a:pPr marL="0" indent="0">
              <a:lnSpc>
                <a:spcPct val="110000"/>
              </a:lnSpc>
              <a:buNone/>
            </a:pPr>
            <a:r>
              <a:rPr lang="es-ES" err="1"/>
              <a:t>var</a:t>
            </a:r>
            <a:r>
              <a:rPr lang="es-ES"/>
              <a:t> r rune = '☻'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err="1"/>
              <a:t>fmt.Println</a:t>
            </a:r>
            <a:r>
              <a:rPr lang="es-ES"/>
              <a:t>(r)</a:t>
            </a:r>
          </a:p>
        </p:txBody>
      </p:sp>
      <p:sp>
        <p:nvSpPr>
          <p:cNvPr id="18" name="Freeform: Shape 11">
            <a:extLst>
              <a:ext uri="{FF2B5EF4-FFF2-40B4-BE49-F238E27FC236}">
                <a16:creationId xmlns:a16="http://schemas.microsoft.com/office/drawing/2014/main" id="{583F1E3F-D7BF-4DB5-8016-70B9E385E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794726" y="-906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3">
            <a:extLst>
              <a:ext uri="{FF2B5EF4-FFF2-40B4-BE49-F238E27FC236}">
                <a16:creationId xmlns:a16="http://schemas.microsoft.com/office/drawing/2014/main" id="{DD0D3E7A-8DF6-4A78-A03C-86AD69746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7088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" name="Graphic 6" descr="Procesador">
            <a:extLst>
              <a:ext uri="{FF2B5EF4-FFF2-40B4-BE49-F238E27FC236}">
                <a16:creationId xmlns:a16="http://schemas.microsoft.com/office/drawing/2014/main" id="{2BD3A963-AA9A-3B94-26B6-86138F59D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464" y="1034569"/>
            <a:ext cx="4788861" cy="478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808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A1AF30C-2BE1-4425-8E40-60A11CC7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F5852A-40F0-9369-F7CD-3905D38CE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703" y="2769705"/>
            <a:ext cx="4930822" cy="3189034"/>
          </a:xfrm>
        </p:spPr>
        <p:txBody>
          <a:bodyPr anchor="t">
            <a:normAutofit/>
          </a:bodyPr>
          <a:lstStyle/>
          <a:p>
            <a:r>
              <a:rPr lang="es-ES" dirty="0"/>
              <a:t>Métodos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3C8D9B-0C08-44F4-A4DD-1ABA59F20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6720"/>
            <a:ext cx="7035137" cy="17150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3E28D19-DEF6-4922-81CC-F5A7FEAD6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44" y="-6720"/>
            <a:ext cx="1721799" cy="1701630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22AD57-C107-4CF3-ADED-3DD9FE1AE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035138" y="-6724"/>
            <a:ext cx="5162722" cy="17150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34">
            <a:extLst>
              <a:ext uri="{FF2B5EF4-FFF2-40B4-BE49-F238E27FC236}">
                <a16:creationId xmlns:a16="http://schemas.microsoft.com/office/drawing/2014/main" id="{CEDF2A68-601C-4BC5-A60B-9B0BEF2F5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V="1">
            <a:off x="5327589" y="-7468"/>
            <a:ext cx="1715079" cy="1715077"/>
          </a:xfrm>
          <a:custGeom>
            <a:avLst/>
            <a:gdLst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3484819 w 3484819"/>
              <a:gd name="connsiteY2" fmla="*/ 3430264 h 3430264"/>
              <a:gd name="connsiteX3" fmla="*/ 0 w 3484819"/>
              <a:gd name="connsiteY3" fmla="*/ 3430264 h 3430264"/>
              <a:gd name="connsiteX4" fmla="*/ 0 w 3484819"/>
              <a:gd name="connsiteY4" fmla="*/ 0 h 3430264"/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0 w 3484819"/>
              <a:gd name="connsiteY2" fmla="*/ 3430264 h 3430264"/>
              <a:gd name="connsiteX3" fmla="*/ 0 w 3484819"/>
              <a:gd name="connsiteY3" fmla="*/ 0 h 34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4819" h="3430264">
                <a:moveTo>
                  <a:pt x="0" y="0"/>
                </a:moveTo>
                <a:lnTo>
                  <a:pt x="3484819" y="0"/>
                </a:lnTo>
                <a:lnTo>
                  <a:pt x="0" y="343026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222359E-861F-4760-8C37-17F4D0FC1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7003" y="-45775"/>
            <a:ext cx="1750856" cy="1750864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C7E510-3FDD-7C03-310D-699998B3A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198" y="2769704"/>
            <a:ext cx="4058707" cy="323748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ES" dirty="0"/>
              <a:t>Los métodos en </a:t>
            </a:r>
            <a:r>
              <a:rPr lang="es-ES" dirty="0" err="1"/>
              <a:t>Go</a:t>
            </a:r>
            <a:r>
              <a:rPr lang="es-ES" dirty="0"/>
              <a:t> son funciones que operan en una estructura en particular. Se utilizan para añadir comportamientos a las estructuras y para definir operaciones específicas para un objeto.</a:t>
            </a:r>
          </a:p>
        </p:txBody>
      </p:sp>
    </p:spTree>
    <p:extLst>
      <p:ext uri="{BB962C8B-B14F-4D97-AF65-F5344CB8AC3E}">
        <p14:creationId xmlns:p14="http://schemas.microsoft.com/office/powerpoint/2010/main" val="4052531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2473BF-919C-47A6-BC6E-221771D1F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E15BCA-9CD6-546C-B9C3-0F7391F59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895" y="965012"/>
            <a:ext cx="7597588" cy="1708338"/>
          </a:xfrm>
        </p:spPr>
        <p:txBody>
          <a:bodyPr anchor="ctr">
            <a:normAutofit/>
          </a:bodyPr>
          <a:lstStyle/>
          <a:p>
            <a:pPr algn="ctr"/>
            <a:r>
              <a:rPr lang="es-ES" dirty="0"/>
              <a:t>Tipos de datos Básicos</a:t>
            </a:r>
            <a:endParaRPr lang="es-E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FF53E3-0DDC-4270-9698-6F5D68343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28999"/>
            <a:ext cx="12192000" cy="3429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286943B-8360-E3A4-57BC-03D2D1B73E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7282747"/>
              </p:ext>
            </p:extLst>
          </p:nvPr>
        </p:nvGraphicFramePr>
        <p:xfrm>
          <a:off x="1077913" y="3879475"/>
          <a:ext cx="10036175" cy="2340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9883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FBBE36-67DF-0E02-AE19-67295AF20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Parámetros del paquete </a:t>
            </a:r>
            <a:r>
              <a:rPr lang="es-ES" dirty="0" err="1"/>
              <a:t>testing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A56C30-A374-D924-ACB1-F86787FD6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s-ES" dirty="0" err="1"/>
              <a:t>testing.T</a:t>
            </a:r>
            <a:r>
              <a:rPr lang="es-ES" dirty="0"/>
              <a:t> (Test): Es el que hemos usado. Su función es verificar la lógica y corrección del código. Si algo no da el resultado esperado, marca el test como fallido.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s-ES" dirty="0"/>
              <a:t> </a:t>
            </a:r>
            <a:r>
              <a:rPr lang="es-ES" dirty="0" err="1"/>
              <a:t>testing.B</a:t>
            </a:r>
            <a:r>
              <a:rPr lang="es-ES" dirty="0"/>
              <a:t> (</a:t>
            </a:r>
            <a:r>
              <a:rPr lang="es-ES" dirty="0" err="1"/>
              <a:t>Benchmark</a:t>
            </a:r>
            <a:r>
              <a:rPr lang="es-ES" dirty="0"/>
              <a:t>): Se utiliza para medir el rendimiento. Ejecuta el código miles de veces (indicadas por un bucle </a:t>
            </a:r>
            <a:r>
              <a:rPr lang="es-ES" dirty="0" err="1"/>
              <a:t>b.N</a:t>
            </a:r>
            <a:r>
              <a:rPr lang="es-ES" dirty="0"/>
              <a:t>) para decirnos cuántos nanosegundos tarda cada operación.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s-ES" dirty="0"/>
              <a:t> </a:t>
            </a:r>
            <a:r>
              <a:rPr lang="es-ES" dirty="0" err="1"/>
              <a:t>testing.F</a:t>
            </a:r>
            <a:r>
              <a:rPr lang="es-ES" dirty="0"/>
              <a:t> (</a:t>
            </a:r>
            <a:r>
              <a:rPr lang="es-ES" dirty="0" err="1"/>
              <a:t>Fuzz</a:t>
            </a:r>
            <a:r>
              <a:rPr lang="es-ES" dirty="0"/>
              <a:t>): Es el experto en resistencia. Genera datos aleatorios y "extraños" automáticamente para intentar encontrar errores de seguridad o casos límite.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s-ES" dirty="0" err="1"/>
              <a:t>testing.M</a:t>
            </a:r>
            <a:r>
              <a:rPr lang="es-ES" dirty="0"/>
              <a:t> (</a:t>
            </a:r>
            <a:r>
              <a:rPr lang="es-ES" dirty="0" err="1"/>
              <a:t>Main</a:t>
            </a:r>
            <a:r>
              <a:rPr lang="es-ES" dirty="0"/>
              <a:t>): Es el coordinador. Se usa para configurar el entorno antes de que </a:t>
            </a:r>
            <a:r>
              <a:rPr lang="es-ES"/>
              <a:t>corra cualquier prueba </a:t>
            </a:r>
            <a:r>
              <a:rPr lang="es-ES" dirty="0"/>
              <a:t>(como conectar a una base de datos) y limpiar todo al finalizar.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94745595"/>
      </p:ext>
    </p:extLst>
  </p:cSld>
  <p:clrMapOvr>
    <a:masterClrMapping/>
  </p:clrMapOvr>
</p:sld>
</file>

<file path=ppt/theme/theme1.xml><?xml version="1.0" encoding="utf-8"?>
<a:theme xmlns:a="http://schemas.openxmlformats.org/drawingml/2006/main" name="BlocksVTI">
  <a:themeElements>
    <a:clrScheme name="Blocks">
      <a:dk1>
        <a:sysClr val="windowText" lastClr="000000"/>
      </a:dk1>
      <a:lt1>
        <a:sysClr val="window" lastClr="FFFFFF"/>
      </a:lt1>
      <a:dk2>
        <a:srgbClr val="1B3843"/>
      </a:dk2>
      <a:lt2>
        <a:srgbClr val="F2F3F1"/>
      </a:lt2>
      <a:accent1>
        <a:srgbClr val="7A8592"/>
      </a:accent1>
      <a:accent2>
        <a:srgbClr val="8C8C96"/>
      </a:accent2>
      <a:accent3>
        <a:srgbClr val="7A6C76"/>
      </a:accent3>
      <a:accent4>
        <a:srgbClr val="A7AA9D"/>
      </a:accent4>
      <a:accent5>
        <a:srgbClr val="63787F"/>
      </a:accent5>
      <a:accent6>
        <a:srgbClr val="889DA5"/>
      </a:accent6>
      <a:hlink>
        <a:srgbClr val="71819B"/>
      </a:hlink>
      <a:folHlink>
        <a:srgbClr val="7E8B85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sVTI" id="{31656FE6-20D8-4105-85EA-706EC9332BE9}" vid="{039DFFC9-9B25-4063-9235-B287A446F5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667</Words>
  <Application>Microsoft Office PowerPoint</Application>
  <PresentationFormat>Panorámica</PresentationFormat>
  <Paragraphs>68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Avenir Next LT Pro</vt:lpstr>
      <vt:lpstr>Avenir Next LT Pro Light</vt:lpstr>
      <vt:lpstr>Wingdings</vt:lpstr>
      <vt:lpstr>BlocksVTI</vt:lpstr>
      <vt:lpstr>IFCD0116 - Programacion En Go</vt:lpstr>
      <vt:lpstr>Tipos Básicos en Go</vt:lpstr>
      <vt:lpstr>Bucle For</vt:lpstr>
      <vt:lpstr>Bucle For</vt:lpstr>
      <vt:lpstr>Arrays</vt:lpstr>
      <vt:lpstr>Tipos de datos enteros.</vt:lpstr>
      <vt:lpstr>Tipos de datos básicos - Booleanos</vt:lpstr>
      <vt:lpstr>Funciones</vt:lpstr>
      <vt:lpstr>Tipos datos Básicos – librería [math]</vt:lpstr>
      <vt:lpstr>Tipos datos Básicos – Tipo Byte</vt:lpstr>
      <vt:lpstr>Métodos</vt:lpstr>
      <vt:lpstr>Tipos de datos Básicos</vt:lpstr>
      <vt:lpstr>Parámetros del paquete testing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Luis Glaria</dc:creator>
  <cp:lastModifiedBy>Victor Luis Glaria</cp:lastModifiedBy>
  <cp:revision>18</cp:revision>
  <dcterms:created xsi:type="dcterms:W3CDTF">2026-02-25T23:37:35Z</dcterms:created>
  <dcterms:modified xsi:type="dcterms:W3CDTF">2026-02-26T08:53:34Z</dcterms:modified>
</cp:coreProperties>
</file>